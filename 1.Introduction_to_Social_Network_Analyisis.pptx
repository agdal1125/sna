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4" r:id="rId1"/>
    <p:sldMasterId id="2147483828" r:id="rId2"/>
  </p:sldMasterIdLst>
  <p:sldIdLst>
    <p:sldId id="256" r:id="rId3"/>
    <p:sldId id="267" r:id="rId4"/>
    <p:sldId id="270" r:id="rId5"/>
    <p:sldId id="273" r:id="rId6"/>
    <p:sldId id="274" r:id="rId7"/>
    <p:sldId id="275" r:id="rId8"/>
    <p:sldId id="276" r:id="rId9"/>
    <p:sldId id="277" r:id="rId10"/>
    <p:sldId id="278" r:id="rId11"/>
    <p:sldId id="279" r:id="rId12"/>
    <p:sldId id="280" r:id="rId13"/>
    <p:sldId id="281" r:id="rId14"/>
    <p:sldId id="282" r:id="rId15"/>
    <p:sldId id="283" r:id="rId16"/>
    <p:sldId id="284" r:id="rId17"/>
    <p:sldId id="285" r:id="rId18"/>
    <p:sldId id="272"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스타일 없음, 표 눈금">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D7AC3CCA-C797-4891-BE02-D94E43425B78}" styleName="보통 스타일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6" d="100"/>
          <a:sy n="86" d="100"/>
        </p:scale>
        <p:origin x="562"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3" Type="http://schemas.openxmlformats.org/officeDocument/2006/relationships/slide" Target="slides/slide1.xml"/><Relationship Id="rId21" Type="http://schemas.openxmlformats.org/officeDocument/2006/relationships/viewProps" Target="view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4530"/>
            <a:ext cx="9144000" cy="2387600"/>
          </a:xfrm>
        </p:spPr>
        <p:txBody>
          <a:bodyPr anchor="b">
            <a:normAutofit/>
          </a:bodyPr>
          <a:lstStyle>
            <a:lvl1pPr algn="ctr">
              <a:defRPr sz="6000"/>
            </a:lvl1pPr>
          </a:lstStyle>
          <a:p>
            <a:r>
              <a:rPr lang="ko-KR" altLang="en-US"/>
              <a:t>마스터 제목 스타일 편집</a:t>
            </a:r>
            <a:endParaRPr lang="en-US" dirty="0"/>
          </a:p>
        </p:txBody>
      </p:sp>
      <p:sp>
        <p:nvSpPr>
          <p:cNvPr id="3" name="Subtitle 2"/>
          <p:cNvSpPr>
            <a:spLocks noGrp="1"/>
          </p:cNvSpPr>
          <p:nvPr>
            <p:ph type="subTitle" idx="1"/>
          </p:nvPr>
        </p:nvSpPr>
        <p:spPr>
          <a:xfrm>
            <a:off x="1524000" y="3602038"/>
            <a:ext cx="9144000" cy="1655762"/>
          </a:xfrm>
        </p:spPr>
        <p:txBody>
          <a:bodyPr>
            <a:normAutofit/>
          </a:bodyPr>
          <a:lstStyle>
            <a:lvl1pPr marL="0" indent="0" algn="ctr">
              <a:buNone/>
              <a:defRPr sz="2400">
                <a:solidFill>
                  <a:schemeClr val="tx1">
                    <a:lumMod val="75000"/>
                    <a:lumOff val="25000"/>
                  </a:schemeClr>
                </a:solidFill>
              </a:defRPr>
            </a:lvl1pPr>
            <a:lvl2pPr marL="457200" indent="0" algn="ctr">
              <a:buNone/>
              <a:defRPr sz="28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ko-KR" altLang="en-US"/>
              <a:t>클릭하여 마스터 부제목 스타일 편집</a:t>
            </a:r>
            <a:endParaRPr lang="en-US" dirty="0"/>
          </a:p>
        </p:txBody>
      </p:sp>
      <p:sp>
        <p:nvSpPr>
          <p:cNvPr id="4" name="Date Placeholder 3"/>
          <p:cNvSpPr>
            <a:spLocks noGrp="1"/>
          </p:cNvSpPr>
          <p:nvPr>
            <p:ph type="dt" sz="half" idx="10"/>
          </p:nvPr>
        </p:nvSpPr>
        <p:spPr/>
        <p:txBody>
          <a:bodyPr/>
          <a:lstStyle/>
          <a:p>
            <a:fld id="{6B51CB8E-6F81-4EA9-97B5-248BF9D22C8A}" type="datetimeFigureOut">
              <a:rPr lang="en-US" smtClean="0"/>
              <a:t>2/14/2018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DDC7EB3-5AE8-4FED-A667-9442F52E7975}" type="slidenum">
              <a:rPr lang="en-US" smtClean="0"/>
              <a:t>‹#›</a:t>
            </a:fld>
            <a:endParaRPr lang="en-US"/>
          </a:p>
        </p:txBody>
      </p:sp>
    </p:spTree>
    <p:extLst>
      <p:ext uri="{BB962C8B-B14F-4D97-AF65-F5344CB8AC3E}">
        <p14:creationId xmlns:p14="http://schemas.microsoft.com/office/powerpoint/2010/main" val="2823108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ko-KR" altLang="en-US"/>
              <a:t>마스터 제목 스타일 편집</a:t>
            </a:r>
            <a:endParaRPr lang="en-US" dirty="0"/>
          </a:p>
        </p:txBody>
      </p:sp>
      <p:sp>
        <p:nvSpPr>
          <p:cNvPr id="3" name="Content Placeholder 2"/>
          <p:cNvSpPr>
            <a:spLocks noGrp="1"/>
          </p:cNvSpPr>
          <p:nvPr>
            <p:ph idx="1"/>
          </p:nvPr>
        </p:nvSpPr>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dirty="0"/>
          </a:p>
        </p:txBody>
      </p:sp>
      <p:sp>
        <p:nvSpPr>
          <p:cNvPr id="4" name="Date Placeholder 3"/>
          <p:cNvSpPr>
            <a:spLocks noGrp="1"/>
          </p:cNvSpPr>
          <p:nvPr>
            <p:ph type="dt" sz="half" idx="10"/>
          </p:nvPr>
        </p:nvSpPr>
        <p:spPr/>
        <p:txBody>
          <a:bodyPr/>
          <a:lstStyle/>
          <a:p>
            <a:fld id="{6B51CB8E-6F81-4EA9-97B5-248BF9D22C8A}" type="datetimeFigureOut">
              <a:rPr lang="en-US" smtClean="0"/>
              <a:t>2/14/2018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DDC7EB3-5AE8-4FED-A667-9442F52E7975}" type="slidenum">
              <a:rPr lang="en-US" smtClean="0"/>
              <a:t>‹#›</a:t>
            </a:fld>
            <a:endParaRPr lang="en-US"/>
          </a:p>
        </p:txBody>
      </p:sp>
    </p:spTree>
    <p:extLst>
      <p:ext uri="{BB962C8B-B14F-4D97-AF65-F5344CB8AC3E}">
        <p14:creationId xmlns:p14="http://schemas.microsoft.com/office/powerpoint/2010/main" val="6944839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Title 1"/>
          <p:cNvSpPr>
            <a:spLocks noGrp="1"/>
          </p:cNvSpPr>
          <p:nvPr>
            <p:ph type="title"/>
          </p:nvPr>
        </p:nvSpPr>
        <p:spPr>
          <a:xfrm>
            <a:off x="831850" y="1712423"/>
            <a:ext cx="10515600" cy="2851208"/>
          </a:xfrm>
        </p:spPr>
        <p:txBody>
          <a:bodyPr anchor="b">
            <a:normAutofit/>
          </a:bodyPr>
          <a:lstStyle>
            <a:lvl1pPr>
              <a:defRPr sz="6000" b="0"/>
            </a:lvl1pPr>
          </a:lstStyle>
          <a:p>
            <a:r>
              <a:rPr lang="ko-KR" altLang="en-US"/>
              <a:t>마스터 제목 스타일 편집</a:t>
            </a:r>
            <a:endParaRPr lang="en-US" dirty="0"/>
          </a:p>
        </p:txBody>
      </p:sp>
      <p:sp>
        <p:nvSpPr>
          <p:cNvPr id="3" name="Text Placeholder 2"/>
          <p:cNvSpPr>
            <a:spLocks noGrp="1"/>
          </p:cNvSpPr>
          <p:nvPr>
            <p:ph type="body" idx="1"/>
          </p:nvPr>
        </p:nvSpPr>
        <p:spPr>
          <a:xfrm>
            <a:off x="831850" y="4552633"/>
            <a:ext cx="10515600" cy="1500187"/>
          </a:xfrm>
        </p:spPr>
        <p:txBody>
          <a:bodyPr anchor="t">
            <a:normAutofit/>
          </a:bodyPr>
          <a:lstStyle>
            <a:lvl1pPr marL="0" indent="0">
              <a:buNone/>
              <a:defRPr sz="24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ko-KR" altLang="en-US"/>
              <a:t>마스터 텍스트 스타일 편집</a:t>
            </a:r>
          </a:p>
        </p:txBody>
      </p:sp>
      <p:sp>
        <p:nvSpPr>
          <p:cNvPr id="4" name="Date Placeholder 3"/>
          <p:cNvSpPr>
            <a:spLocks noGrp="1"/>
          </p:cNvSpPr>
          <p:nvPr>
            <p:ph type="dt" sz="half" idx="10"/>
          </p:nvPr>
        </p:nvSpPr>
        <p:spPr/>
        <p:txBody>
          <a:bodyPr/>
          <a:lstStyle/>
          <a:p>
            <a:fld id="{6B51CB8E-6F81-4EA9-97B5-248BF9D22C8A}" type="datetimeFigureOut">
              <a:rPr lang="en-US" smtClean="0"/>
              <a:t>2/14/2018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DDC7EB3-5AE8-4FED-A667-9442F52E7975}" type="slidenum">
              <a:rPr lang="en-US" smtClean="0"/>
              <a:t>‹#›</a:t>
            </a:fld>
            <a:endParaRPr lang="en-US"/>
          </a:p>
        </p:txBody>
      </p:sp>
    </p:spTree>
    <p:extLst>
      <p:ext uri="{BB962C8B-B14F-4D97-AF65-F5344CB8AC3E}">
        <p14:creationId xmlns:p14="http://schemas.microsoft.com/office/powerpoint/2010/main" val="29848982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ko-KR" altLang="en-US"/>
              <a:t>마스터 제목 스타일 편집</a:t>
            </a:r>
            <a:endParaRPr lang="en-US" dirty="0"/>
          </a:p>
        </p:txBody>
      </p:sp>
      <p:sp>
        <p:nvSpPr>
          <p:cNvPr id="3" name="Content Placeholder 2"/>
          <p:cNvSpPr>
            <a:spLocks noGrp="1"/>
          </p:cNvSpPr>
          <p:nvPr>
            <p:ph sz="half" idx="1"/>
          </p:nvPr>
        </p:nvSpPr>
        <p:spPr>
          <a:xfrm>
            <a:off x="845127" y="1828800"/>
            <a:ext cx="5181600" cy="4351337"/>
          </a:xfr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dirty="0"/>
          </a:p>
        </p:txBody>
      </p:sp>
      <p:sp>
        <p:nvSpPr>
          <p:cNvPr id="4" name="Content Placeholder 3"/>
          <p:cNvSpPr>
            <a:spLocks noGrp="1"/>
          </p:cNvSpPr>
          <p:nvPr>
            <p:ph sz="half" idx="2"/>
          </p:nvPr>
        </p:nvSpPr>
        <p:spPr>
          <a:xfrm>
            <a:off x="6172200" y="1828800"/>
            <a:ext cx="5181600" cy="4351337"/>
          </a:xfr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dirty="0"/>
          </a:p>
        </p:txBody>
      </p:sp>
      <p:sp>
        <p:nvSpPr>
          <p:cNvPr id="5" name="Date Placeholder 4"/>
          <p:cNvSpPr>
            <a:spLocks noGrp="1"/>
          </p:cNvSpPr>
          <p:nvPr>
            <p:ph type="dt" sz="half" idx="10"/>
          </p:nvPr>
        </p:nvSpPr>
        <p:spPr/>
        <p:txBody>
          <a:bodyPr/>
          <a:lstStyle/>
          <a:p>
            <a:fld id="{6B51CB8E-6F81-4EA9-97B5-248BF9D22C8A}" type="datetimeFigureOut">
              <a:rPr lang="en-US" smtClean="0"/>
              <a:t>2/14/2018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DDC7EB3-5AE8-4FED-A667-9442F52E7975}" type="slidenum">
              <a:rPr lang="en-US" smtClean="0"/>
              <a:t>‹#›</a:t>
            </a:fld>
            <a:endParaRPr lang="en-US"/>
          </a:p>
        </p:txBody>
      </p:sp>
    </p:spTree>
    <p:extLst>
      <p:ext uri="{BB962C8B-B14F-4D97-AF65-F5344CB8AC3E}">
        <p14:creationId xmlns:p14="http://schemas.microsoft.com/office/powerpoint/2010/main" val="5905218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비교">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845127" y="1681850"/>
            <a:ext cx="5156200" cy="825699"/>
          </a:xfrm>
        </p:spPr>
        <p:txBody>
          <a:bodyPr anchor="b">
            <a:normAutofit/>
          </a:bodyPr>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 편집</a:t>
            </a:r>
          </a:p>
        </p:txBody>
      </p:sp>
      <p:sp>
        <p:nvSpPr>
          <p:cNvPr id="4" name="Content Placeholder 3"/>
          <p:cNvSpPr>
            <a:spLocks noGrp="1"/>
          </p:cNvSpPr>
          <p:nvPr>
            <p:ph sz="half" idx="2"/>
          </p:nvPr>
        </p:nvSpPr>
        <p:spPr>
          <a:xfrm>
            <a:off x="845127" y="2507550"/>
            <a:ext cx="5156200" cy="3680525"/>
          </a:xfr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dirty="0"/>
          </a:p>
        </p:txBody>
      </p:sp>
      <p:sp>
        <p:nvSpPr>
          <p:cNvPr id="5" name="Text Placeholder 4"/>
          <p:cNvSpPr>
            <a:spLocks noGrp="1"/>
          </p:cNvSpPr>
          <p:nvPr>
            <p:ph type="body" sz="quarter" idx="3"/>
          </p:nvPr>
        </p:nvSpPr>
        <p:spPr>
          <a:xfrm>
            <a:off x="6172200" y="1681851"/>
            <a:ext cx="5181601" cy="825698"/>
          </a:xfrm>
        </p:spPr>
        <p:txBody>
          <a:bodyPr anchor="b"/>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 편집</a:t>
            </a:r>
          </a:p>
        </p:txBody>
      </p:sp>
      <p:sp>
        <p:nvSpPr>
          <p:cNvPr id="6" name="Content Placeholder 5"/>
          <p:cNvSpPr>
            <a:spLocks noGrp="1"/>
          </p:cNvSpPr>
          <p:nvPr>
            <p:ph sz="quarter" idx="4"/>
          </p:nvPr>
        </p:nvSpPr>
        <p:spPr>
          <a:xfrm>
            <a:off x="6172200" y="2507550"/>
            <a:ext cx="5181601" cy="3680525"/>
          </a:xfr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a:p>
        </p:txBody>
      </p:sp>
      <p:sp>
        <p:nvSpPr>
          <p:cNvPr id="7" name="Date Placeholder 6"/>
          <p:cNvSpPr>
            <a:spLocks noGrp="1"/>
          </p:cNvSpPr>
          <p:nvPr>
            <p:ph type="dt" sz="half" idx="10"/>
          </p:nvPr>
        </p:nvSpPr>
        <p:spPr/>
        <p:txBody>
          <a:bodyPr/>
          <a:lstStyle/>
          <a:p>
            <a:fld id="{6B51CB8E-6F81-4EA9-97B5-248BF9D22C8A}" type="datetimeFigureOut">
              <a:rPr lang="en-US" smtClean="0"/>
              <a:t>2/14/2018</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DDC7EB3-5AE8-4FED-A667-9442F52E7975}" type="slidenum">
              <a:rPr lang="en-US" smtClean="0"/>
              <a:t>‹#›</a:t>
            </a:fld>
            <a:endParaRPr lang="en-US"/>
          </a:p>
        </p:txBody>
      </p:sp>
      <p:sp>
        <p:nvSpPr>
          <p:cNvPr id="10" name="Title 9"/>
          <p:cNvSpPr>
            <a:spLocks noGrp="1"/>
          </p:cNvSpPr>
          <p:nvPr>
            <p:ph type="title"/>
          </p:nvPr>
        </p:nvSpPr>
        <p:spPr/>
        <p:txBody>
          <a:bodyPr/>
          <a:lstStyle/>
          <a:p>
            <a:r>
              <a:rPr lang="ko-KR" altLang="en-US"/>
              <a:t>마스터 제목 스타일 편집</a:t>
            </a:r>
            <a:endParaRPr lang="en-US" dirty="0"/>
          </a:p>
        </p:txBody>
      </p:sp>
    </p:spTree>
    <p:extLst>
      <p:ext uri="{BB962C8B-B14F-4D97-AF65-F5344CB8AC3E}">
        <p14:creationId xmlns:p14="http://schemas.microsoft.com/office/powerpoint/2010/main" val="41881534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제목만">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6B51CB8E-6F81-4EA9-97B5-248BF9D22C8A}" type="datetimeFigureOut">
              <a:rPr lang="en-US" smtClean="0"/>
              <a:t>2/14/2018</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DDC7EB3-5AE8-4FED-A667-9442F52E7975}" type="slidenum">
              <a:rPr lang="en-US" smtClean="0"/>
              <a:t>‹#›</a:t>
            </a:fld>
            <a:endParaRPr lang="en-US"/>
          </a:p>
        </p:txBody>
      </p:sp>
      <p:sp>
        <p:nvSpPr>
          <p:cNvPr id="6" name="Title 5"/>
          <p:cNvSpPr>
            <a:spLocks noGrp="1"/>
          </p:cNvSpPr>
          <p:nvPr>
            <p:ph type="title"/>
          </p:nvPr>
        </p:nvSpPr>
        <p:spPr/>
        <p:txBody>
          <a:bodyPr/>
          <a:lstStyle/>
          <a:p>
            <a:r>
              <a:rPr lang="ko-KR" altLang="en-US"/>
              <a:t>마스터 제목 스타일 편집</a:t>
            </a:r>
            <a:endParaRPr lang="en-US"/>
          </a:p>
        </p:txBody>
      </p:sp>
    </p:spTree>
    <p:extLst>
      <p:ext uri="{BB962C8B-B14F-4D97-AF65-F5344CB8AC3E}">
        <p14:creationId xmlns:p14="http://schemas.microsoft.com/office/powerpoint/2010/main" val="27724962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B51CB8E-6F81-4EA9-97B5-248BF9D22C8A}" type="datetimeFigureOut">
              <a:rPr lang="en-US" smtClean="0"/>
              <a:t>2/14/2018</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DDC7EB3-5AE8-4FED-A667-9442F52E7975}" type="slidenum">
              <a:rPr lang="en-US" smtClean="0"/>
              <a:t>‹#›</a:t>
            </a:fld>
            <a:endParaRPr lang="en-US"/>
          </a:p>
        </p:txBody>
      </p:sp>
    </p:spTree>
    <p:extLst>
      <p:ext uri="{BB962C8B-B14F-4D97-AF65-F5344CB8AC3E}">
        <p14:creationId xmlns:p14="http://schemas.microsoft.com/office/powerpoint/2010/main" val="32047830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Title 1"/>
          <p:cNvSpPr>
            <a:spLocks noGrp="1"/>
          </p:cNvSpPr>
          <p:nvPr>
            <p:ph type="title"/>
          </p:nvPr>
        </p:nvSpPr>
        <p:spPr>
          <a:xfrm>
            <a:off x="841248" y="457200"/>
            <a:ext cx="3931920" cy="1600197"/>
          </a:xfrm>
        </p:spPr>
        <p:txBody>
          <a:bodyPr anchor="b">
            <a:normAutofit/>
          </a:bodyPr>
          <a:lstStyle>
            <a:lvl1pPr>
              <a:defRPr sz="3200" b="0"/>
            </a:lvl1pPr>
          </a:lstStyle>
          <a:p>
            <a:r>
              <a:rPr lang="ko-KR" altLang="en-US"/>
              <a:t>마스터 제목 스타일 편집</a:t>
            </a:r>
            <a:endParaRPr lang="en-US" dirty="0"/>
          </a:p>
        </p:txBody>
      </p:sp>
      <p:sp>
        <p:nvSpPr>
          <p:cNvPr id="3" name="Content Placeholder 2"/>
          <p:cNvSpPr>
            <a:spLocks noGrp="1"/>
          </p:cNvSpPr>
          <p:nvPr>
            <p:ph idx="1"/>
          </p:nvPr>
        </p:nvSpPr>
        <p:spPr>
          <a:xfrm>
            <a:off x="5181600" y="990600"/>
            <a:ext cx="6172200" cy="487680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dirty="0"/>
          </a:p>
        </p:txBody>
      </p:sp>
      <p:sp>
        <p:nvSpPr>
          <p:cNvPr id="4" name="Text Placeholder 3"/>
          <p:cNvSpPr>
            <a:spLocks noGrp="1"/>
          </p:cNvSpPr>
          <p:nvPr>
            <p:ph type="body" sz="half" idx="2"/>
          </p:nvPr>
        </p:nvSpPr>
        <p:spPr>
          <a:xfrm>
            <a:off x="841248" y="2057399"/>
            <a:ext cx="3931920" cy="3810001"/>
          </a:xfrm>
        </p:spPr>
        <p:txBody>
          <a:bodyPr>
            <a:normAutofit/>
          </a:bodyPr>
          <a:lstStyle>
            <a:lvl1pPr marL="0" indent="0">
              <a:lnSpc>
                <a:spcPct val="90000"/>
              </a:lnSpc>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ko-KR" altLang="en-US"/>
              <a:t>마스터 텍스트 스타일 편집</a:t>
            </a:r>
          </a:p>
        </p:txBody>
      </p:sp>
      <p:sp>
        <p:nvSpPr>
          <p:cNvPr id="5" name="Date Placeholder 4"/>
          <p:cNvSpPr>
            <a:spLocks noGrp="1"/>
          </p:cNvSpPr>
          <p:nvPr>
            <p:ph type="dt" sz="half" idx="10"/>
          </p:nvPr>
        </p:nvSpPr>
        <p:spPr/>
        <p:txBody>
          <a:bodyPr/>
          <a:lstStyle/>
          <a:p>
            <a:fld id="{6B51CB8E-6F81-4EA9-97B5-248BF9D22C8A}" type="datetimeFigureOut">
              <a:rPr lang="en-US" smtClean="0"/>
              <a:t>2/14/2018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DDC7EB3-5AE8-4FED-A667-9442F52E7975}" type="slidenum">
              <a:rPr lang="en-US" smtClean="0"/>
              <a:t>‹#›</a:t>
            </a:fld>
            <a:endParaRPr lang="en-US"/>
          </a:p>
        </p:txBody>
      </p:sp>
    </p:spTree>
    <p:extLst>
      <p:ext uri="{BB962C8B-B14F-4D97-AF65-F5344CB8AC3E}">
        <p14:creationId xmlns:p14="http://schemas.microsoft.com/office/powerpoint/2010/main" val="19483387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Title 1"/>
          <p:cNvSpPr>
            <a:spLocks noGrp="1"/>
          </p:cNvSpPr>
          <p:nvPr>
            <p:ph type="title"/>
          </p:nvPr>
        </p:nvSpPr>
        <p:spPr>
          <a:xfrm>
            <a:off x="841248" y="457200"/>
            <a:ext cx="3931920" cy="1600200"/>
          </a:xfrm>
        </p:spPr>
        <p:txBody>
          <a:bodyPr anchor="b">
            <a:normAutofit/>
          </a:bodyPr>
          <a:lstStyle>
            <a:lvl1pPr>
              <a:defRPr sz="3200" b="0"/>
            </a:lvl1pPr>
          </a:lstStyle>
          <a:p>
            <a:r>
              <a:rPr lang="ko-KR" altLang="en-US"/>
              <a:t>마스터 제목 스타일 편집</a:t>
            </a:r>
            <a:endParaRPr lang="en-US" dirty="0"/>
          </a:p>
        </p:txBody>
      </p:sp>
      <p:sp>
        <p:nvSpPr>
          <p:cNvPr id="3" name="Picture Placeholder 2"/>
          <p:cNvSpPr>
            <a:spLocks noGrp="1"/>
          </p:cNvSpPr>
          <p:nvPr>
            <p:ph type="pic" idx="1"/>
          </p:nvPr>
        </p:nvSpPr>
        <p:spPr>
          <a:xfrm>
            <a:off x="5181600" y="990600"/>
            <a:ext cx="6172200" cy="4876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ko-KR" altLang="en-US"/>
              <a:t>그림을 추가하려면 아이콘을 클릭하십시오</a:t>
            </a:r>
            <a:endParaRPr lang="en-US" dirty="0"/>
          </a:p>
        </p:txBody>
      </p:sp>
      <p:sp>
        <p:nvSpPr>
          <p:cNvPr id="4" name="Text Placeholder 3"/>
          <p:cNvSpPr>
            <a:spLocks noGrp="1"/>
          </p:cNvSpPr>
          <p:nvPr>
            <p:ph type="body" sz="half" idx="2"/>
          </p:nvPr>
        </p:nvSpPr>
        <p:spPr>
          <a:xfrm>
            <a:off x="841248" y="2057400"/>
            <a:ext cx="3931920" cy="3810000"/>
          </a:xfrm>
        </p:spPr>
        <p:txBody>
          <a:bodyPr>
            <a:normAutofit/>
          </a:bodyPr>
          <a:lstStyle>
            <a:lvl1pPr marL="0" indent="0">
              <a:lnSpc>
                <a:spcPct val="90000"/>
              </a:lnSpc>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ko-KR" altLang="en-US"/>
              <a:t>마스터 텍스트 스타일 편집</a:t>
            </a:r>
          </a:p>
        </p:txBody>
      </p:sp>
      <p:sp>
        <p:nvSpPr>
          <p:cNvPr id="5" name="Date Placeholder 4"/>
          <p:cNvSpPr>
            <a:spLocks noGrp="1"/>
          </p:cNvSpPr>
          <p:nvPr>
            <p:ph type="dt" sz="half" idx="10"/>
          </p:nvPr>
        </p:nvSpPr>
        <p:spPr/>
        <p:txBody>
          <a:bodyPr/>
          <a:lstStyle/>
          <a:p>
            <a:fld id="{6B51CB8E-6F81-4EA9-97B5-248BF9D22C8A}" type="datetimeFigureOut">
              <a:rPr lang="en-US" smtClean="0"/>
              <a:t>2/14/2018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DDC7EB3-5AE8-4FED-A667-9442F52E7975}" type="slidenum">
              <a:rPr lang="en-US" smtClean="0"/>
              <a:t>‹#›</a:t>
            </a:fld>
            <a:endParaRPr lang="en-US"/>
          </a:p>
        </p:txBody>
      </p:sp>
    </p:spTree>
    <p:extLst>
      <p:ext uri="{BB962C8B-B14F-4D97-AF65-F5344CB8AC3E}">
        <p14:creationId xmlns:p14="http://schemas.microsoft.com/office/powerpoint/2010/main" val="12322971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ko-KR" altLang="en-US"/>
              <a:t>마스터 제목 스타일 편집</a:t>
            </a:r>
            <a:endParaRPr lang="en-US"/>
          </a:p>
        </p:txBody>
      </p:sp>
      <p:sp>
        <p:nvSpPr>
          <p:cNvPr id="3" name="Vertical Text Placeholder 2"/>
          <p:cNvSpPr>
            <a:spLocks noGrp="1"/>
          </p:cNvSpPr>
          <p:nvPr>
            <p:ph type="body" orient="vert" idx="1"/>
          </p:nvPr>
        </p:nvSpPr>
        <p:spPr/>
        <p:txBody>
          <a:bodyPr vert="eaVert"/>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dirty="0"/>
          </a:p>
        </p:txBody>
      </p:sp>
      <p:sp>
        <p:nvSpPr>
          <p:cNvPr id="4" name="Date Placeholder 3"/>
          <p:cNvSpPr>
            <a:spLocks noGrp="1"/>
          </p:cNvSpPr>
          <p:nvPr>
            <p:ph type="dt" sz="half" idx="10"/>
          </p:nvPr>
        </p:nvSpPr>
        <p:spPr/>
        <p:txBody>
          <a:bodyPr/>
          <a:lstStyle/>
          <a:p>
            <a:fld id="{6B51CB8E-6F81-4EA9-97B5-248BF9D22C8A}" type="datetimeFigureOut">
              <a:rPr lang="en-US" smtClean="0"/>
              <a:t>2/14/2018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DDC7EB3-5AE8-4FED-A667-9442F52E7975}" type="slidenum">
              <a:rPr lang="en-US" smtClean="0"/>
              <a:t>‹#›</a:t>
            </a:fld>
            <a:endParaRPr lang="en-US"/>
          </a:p>
        </p:txBody>
      </p:sp>
    </p:spTree>
    <p:extLst>
      <p:ext uri="{BB962C8B-B14F-4D97-AF65-F5344CB8AC3E}">
        <p14:creationId xmlns:p14="http://schemas.microsoft.com/office/powerpoint/2010/main" val="9299894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0362"/>
            <a:ext cx="2628900" cy="5811838"/>
          </a:xfrm>
        </p:spPr>
        <p:txBody>
          <a:bodyPr vert="eaVert"/>
          <a:lstStyle/>
          <a:p>
            <a:r>
              <a:rPr lang="ko-KR" altLang="en-US"/>
              <a:t>마스터 제목 스타일 편집</a:t>
            </a:r>
            <a:endParaRPr lang="en-US"/>
          </a:p>
        </p:txBody>
      </p:sp>
      <p:sp>
        <p:nvSpPr>
          <p:cNvPr id="3" name="Vertical Text Placeholder 2"/>
          <p:cNvSpPr>
            <a:spLocks noGrp="1"/>
          </p:cNvSpPr>
          <p:nvPr>
            <p:ph type="body" orient="vert" idx="1"/>
          </p:nvPr>
        </p:nvSpPr>
        <p:spPr>
          <a:xfrm>
            <a:off x="838200" y="360362"/>
            <a:ext cx="7734300" cy="5811837"/>
          </a:xfrm>
        </p:spPr>
        <p:txBody>
          <a:bodyPr vert="eaVert"/>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a:p>
        </p:txBody>
      </p:sp>
      <p:sp>
        <p:nvSpPr>
          <p:cNvPr id="4" name="Date Placeholder 3"/>
          <p:cNvSpPr>
            <a:spLocks noGrp="1"/>
          </p:cNvSpPr>
          <p:nvPr>
            <p:ph type="dt" sz="half" idx="10"/>
          </p:nvPr>
        </p:nvSpPr>
        <p:spPr/>
        <p:txBody>
          <a:bodyPr/>
          <a:lstStyle/>
          <a:p>
            <a:fld id="{6B51CB8E-6F81-4EA9-97B5-248BF9D22C8A}" type="datetimeFigureOut">
              <a:rPr lang="en-US" smtClean="0"/>
              <a:t>2/14/2018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DDC7EB3-5AE8-4FED-A667-9442F52E7975}" type="slidenum">
              <a:rPr lang="en-US" smtClean="0"/>
              <a:t>‹#›</a:t>
            </a:fld>
            <a:endParaRPr lang="en-US"/>
          </a:p>
        </p:txBody>
      </p:sp>
    </p:spTree>
    <p:extLst>
      <p:ext uri="{BB962C8B-B14F-4D97-AF65-F5344CB8AC3E}">
        <p14:creationId xmlns:p14="http://schemas.microsoft.com/office/powerpoint/2010/main" val="51115815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8E778D0-FFC8-41A2-B947-98DA5567D181}"/>
              </a:ext>
            </a:extLst>
          </p:cNvPr>
          <p:cNvSpPr>
            <a:spLocks noGrp="1"/>
          </p:cNvSpPr>
          <p:nvPr>
            <p:ph type="ctrTitle"/>
          </p:nvPr>
        </p:nvSpPr>
        <p:spPr>
          <a:xfrm>
            <a:off x="1524000" y="1122363"/>
            <a:ext cx="9144000" cy="2387600"/>
          </a:xfrm>
        </p:spPr>
        <p:txBody>
          <a:bodyPr anchor="b"/>
          <a:lstStyle>
            <a:lvl1pPr algn="ctr">
              <a:defRPr sz="6000"/>
            </a:lvl1pPr>
          </a:lstStyle>
          <a:p>
            <a:r>
              <a:rPr lang="ko-KR" altLang="en-US"/>
              <a:t>마스터 제목 스타일 편집</a:t>
            </a:r>
            <a:endParaRPr lang="en-US"/>
          </a:p>
        </p:txBody>
      </p:sp>
      <p:sp>
        <p:nvSpPr>
          <p:cNvPr id="3" name="부제목 2">
            <a:extLst>
              <a:ext uri="{FF2B5EF4-FFF2-40B4-BE49-F238E27FC236}">
                <a16:creationId xmlns:a16="http://schemas.microsoft.com/office/drawing/2014/main" id="{13FE50C6-4AE6-4854-9690-468A21E4301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ko-KR" altLang="en-US"/>
              <a:t>클릭하여 마스터 부제목 스타일 편집</a:t>
            </a:r>
            <a:endParaRPr lang="en-US"/>
          </a:p>
        </p:txBody>
      </p:sp>
      <p:sp>
        <p:nvSpPr>
          <p:cNvPr id="4" name="날짜 개체 틀 3">
            <a:extLst>
              <a:ext uri="{FF2B5EF4-FFF2-40B4-BE49-F238E27FC236}">
                <a16:creationId xmlns:a16="http://schemas.microsoft.com/office/drawing/2014/main" id="{85CC4856-83A7-4A2E-94B0-9B59BEA46A6D}"/>
              </a:ext>
            </a:extLst>
          </p:cNvPr>
          <p:cNvSpPr>
            <a:spLocks noGrp="1"/>
          </p:cNvSpPr>
          <p:nvPr>
            <p:ph type="dt" sz="half" idx="10"/>
          </p:nvPr>
        </p:nvSpPr>
        <p:spPr/>
        <p:txBody>
          <a:bodyPr/>
          <a:lstStyle/>
          <a:p>
            <a:fld id="{6B51CB8E-6F81-4EA9-97B5-248BF9D22C8A}" type="datetimeFigureOut">
              <a:rPr lang="en-US" smtClean="0"/>
              <a:t>2/14/2018</a:t>
            </a:fld>
            <a:endParaRPr lang="en-US"/>
          </a:p>
        </p:txBody>
      </p:sp>
      <p:sp>
        <p:nvSpPr>
          <p:cNvPr id="5" name="바닥글 개체 틀 4">
            <a:extLst>
              <a:ext uri="{FF2B5EF4-FFF2-40B4-BE49-F238E27FC236}">
                <a16:creationId xmlns:a16="http://schemas.microsoft.com/office/drawing/2014/main" id="{81ADA6B5-36DA-4622-977E-C5EE2D797A06}"/>
              </a:ext>
            </a:extLst>
          </p:cNvPr>
          <p:cNvSpPr>
            <a:spLocks noGrp="1"/>
          </p:cNvSpPr>
          <p:nvPr>
            <p:ph type="ftr" sz="quarter" idx="11"/>
          </p:nvPr>
        </p:nvSpPr>
        <p:spPr/>
        <p:txBody>
          <a:bodyPr/>
          <a:lstStyle/>
          <a:p>
            <a:endParaRPr lang="en-US"/>
          </a:p>
        </p:txBody>
      </p:sp>
      <p:sp>
        <p:nvSpPr>
          <p:cNvPr id="6" name="슬라이드 번호 개체 틀 5">
            <a:extLst>
              <a:ext uri="{FF2B5EF4-FFF2-40B4-BE49-F238E27FC236}">
                <a16:creationId xmlns:a16="http://schemas.microsoft.com/office/drawing/2014/main" id="{0D64629E-5C28-40C0-BE9C-C384FD89C126}"/>
              </a:ext>
            </a:extLst>
          </p:cNvPr>
          <p:cNvSpPr>
            <a:spLocks noGrp="1"/>
          </p:cNvSpPr>
          <p:nvPr>
            <p:ph type="sldNum" sz="quarter" idx="12"/>
          </p:nvPr>
        </p:nvSpPr>
        <p:spPr/>
        <p:txBody>
          <a:bodyPr/>
          <a:lstStyle/>
          <a:p>
            <a:fld id="{ADDC7EB3-5AE8-4FED-A667-9442F52E7975}" type="slidenum">
              <a:rPr lang="en-US" smtClean="0"/>
              <a:t>‹#›</a:t>
            </a:fld>
            <a:endParaRPr lang="en-US"/>
          </a:p>
        </p:txBody>
      </p:sp>
    </p:spTree>
    <p:extLst>
      <p:ext uri="{BB962C8B-B14F-4D97-AF65-F5344CB8AC3E}">
        <p14:creationId xmlns:p14="http://schemas.microsoft.com/office/powerpoint/2010/main" val="228342532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5E5390A2-6434-466B-B133-59B47A53BDF5}"/>
              </a:ext>
            </a:extLst>
          </p:cNvPr>
          <p:cNvSpPr>
            <a:spLocks noGrp="1"/>
          </p:cNvSpPr>
          <p:nvPr>
            <p:ph type="title"/>
          </p:nvPr>
        </p:nvSpPr>
        <p:spPr/>
        <p:txBody>
          <a:bodyPr/>
          <a:lstStyle/>
          <a:p>
            <a:r>
              <a:rPr lang="ko-KR" altLang="en-US"/>
              <a:t>마스터 제목 스타일 편집</a:t>
            </a:r>
            <a:endParaRPr lang="en-US"/>
          </a:p>
        </p:txBody>
      </p:sp>
      <p:sp>
        <p:nvSpPr>
          <p:cNvPr id="3" name="내용 개체 틀 2">
            <a:extLst>
              <a:ext uri="{FF2B5EF4-FFF2-40B4-BE49-F238E27FC236}">
                <a16:creationId xmlns:a16="http://schemas.microsoft.com/office/drawing/2014/main" id="{4BB85408-5405-43F3-A997-A5686CB94D15}"/>
              </a:ext>
            </a:extLst>
          </p:cNvPr>
          <p:cNvSpPr>
            <a:spLocks noGrp="1"/>
          </p:cNvSpPr>
          <p:nvPr>
            <p:ph idx="1"/>
          </p:nvPr>
        </p:nvSpPr>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a:p>
        </p:txBody>
      </p:sp>
      <p:sp>
        <p:nvSpPr>
          <p:cNvPr id="4" name="날짜 개체 틀 3">
            <a:extLst>
              <a:ext uri="{FF2B5EF4-FFF2-40B4-BE49-F238E27FC236}">
                <a16:creationId xmlns:a16="http://schemas.microsoft.com/office/drawing/2014/main" id="{AF144089-4D32-4F98-A7FB-1C2A8F3484AF}"/>
              </a:ext>
            </a:extLst>
          </p:cNvPr>
          <p:cNvSpPr>
            <a:spLocks noGrp="1"/>
          </p:cNvSpPr>
          <p:nvPr>
            <p:ph type="dt" sz="half" idx="10"/>
          </p:nvPr>
        </p:nvSpPr>
        <p:spPr/>
        <p:txBody>
          <a:bodyPr/>
          <a:lstStyle/>
          <a:p>
            <a:fld id="{6B51CB8E-6F81-4EA9-97B5-248BF9D22C8A}" type="datetimeFigureOut">
              <a:rPr lang="en-US" smtClean="0"/>
              <a:t>2/14/2018</a:t>
            </a:fld>
            <a:endParaRPr lang="en-US"/>
          </a:p>
        </p:txBody>
      </p:sp>
      <p:sp>
        <p:nvSpPr>
          <p:cNvPr id="5" name="바닥글 개체 틀 4">
            <a:extLst>
              <a:ext uri="{FF2B5EF4-FFF2-40B4-BE49-F238E27FC236}">
                <a16:creationId xmlns:a16="http://schemas.microsoft.com/office/drawing/2014/main" id="{D7CE616D-41EF-418F-A2DB-F20A6BC0FC77}"/>
              </a:ext>
            </a:extLst>
          </p:cNvPr>
          <p:cNvSpPr>
            <a:spLocks noGrp="1"/>
          </p:cNvSpPr>
          <p:nvPr>
            <p:ph type="ftr" sz="quarter" idx="11"/>
          </p:nvPr>
        </p:nvSpPr>
        <p:spPr/>
        <p:txBody>
          <a:bodyPr/>
          <a:lstStyle/>
          <a:p>
            <a:endParaRPr lang="en-US"/>
          </a:p>
        </p:txBody>
      </p:sp>
      <p:sp>
        <p:nvSpPr>
          <p:cNvPr id="6" name="슬라이드 번호 개체 틀 5">
            <a:extLst>
              <a:ext uri="{FF2B5EF4-FFF2-40B4-BE49-F238E27FC236}">
                <a16:creationId xmlns:a16="http://schemas.microsoft.com/office/drawing/2014/main" id="{C9010034-811C-4DD9-A1C6-D621CFFF5C7D}"/>
              </a:ext>
            </a:extLst>
          </p:cNvPr>
          <p:cNvSpPr>
            <a:spLocks noGrp="1"/>
          </p:cNvSpPr>
          <p:nvPr>
            <p:ph type="sldNum" sz="quarter" idx="12"/>
          </p:nvPr>
        </p:nvSpPr>
        <p:spPr/>
        <p:txBody>
          <a:bodyPr/>
          <a:lstStyle/>
          <a:p>
            <a:fld id="{ADDC7EB3-5AE8-4FED-A667-9442F52E7975}" type="slidenum">
              <a:rPr lang="en-US" smtClean="0"/>
              <a:t>‹#›</a:t>
            </a:fld>
            <a:endParaRPr lang="en-US"/>
          </a:p>
        </p:txBody>
      </p:sp>
    </p:spTree>
    <p:extLst>
      <p:ext uri="{BB962C8B-B14F-4D97-AF65-F5344CB8AC3E}">
        <p14:creationId xmlns:p14="http://schemas.microsoft.com/office/powerpoint/2010/main" val="248386991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6868C6EF-60E1-435A-9C44-04A6091F8063}"/>
              </a:ext>
            </a:extLst>
          </p:cNvPr>
          <p:cNvSpPr>
            <a:spLocks noGrp="1"/>
          </p:cNvSpPr>
          <p:nvPr>
            <p:ph type="title"/>
          </p:nvPr>
        </p:nvSpPr>
        <p:spPr>
          <a:xfrm>
            <a:off x="831850" y="1709738"/>
            <a:ext cx="10515600" cy="2852737"/>
          </a:xfrm>
        </p:spPr>
        <p:txBody>
          <a:bodyPr anchor="b"/>
          <a:lstStyle>
            <a:lvl1pPr>
              <a:defRPr sz="6000"/>
            </a:lvl1pPr>
          </a:lstStyle>
          <a:p>
            <a:r>
              <a:rPr lang="ko-KR" altLang="en-US"/>
              <a:t>마스터 제목 스타일 편집</a:t>
            </a:r>
            <a:endParaRPr lang="en-US"/>
          </a:p>
        </p:txBody>
      </p:sp>
      <p:sp>
        <p:nvSpPr>
          <p:cNvPr id="3" name="텍스트 개체 틀 2">
            <a:extLst>
              <a:ext uri="{FF2B5EF4-FFF2-40B4-BE49-F238E27FC236}">
                <a16:creationId xmlns:a16="http://schemas.microsoft.com/office/drawing/2014/main" id="{AFD2ED5B-91D1-4F8A-8EF6-4279E4857BA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ko-KR" altLang="en-US"/>
              <a:t>마스터 텍스트 스타일 편집</a:t>
            </a:r>
          </a:p>
        </p:txBody>
      </p:sp>
      <p:sp>
        <p:nvSpPr>
          <p:cNvPr id="4" name="날짜 개체 틀 3">
            <a:extLst>
              <a:ext uri="{FF2B5EF4-FFF2-40B4-BE49-F238E27FC236}">
                <a16:creationId xmlns:a16="http://schemas.microsoft.com/office/drawing/2014/main" id="{78E68F84-151A-4C60-A3B2-A14C668FA552}"/>
              </a:ext>
            </a:extLst>
          </p:cNvPr>
          <p:cNvSpPr>
            <a:spLocks noGrp="1"/>
          </p:cNvSpPr>
          <p:nvPr>
            <p:ph type="dt" sz="half" idx="10"/>
          </p:nvPr>
        </p:nvSpPr>
        <p:spPr/>
        <p:txBody>
          <a:bodyPr/>
          <a:lstStyle/>
          <a:p>
            <a:fld id="{6B51CB8E-6F81-4EA9-97B5-248BF9D22C8A}" type="datetimeFigureOut">
              <a:rPr lang="en-US" smtClean="0"/>
              <a:t>2/14/2018</a:t>
            </a:fld>
            <a:endParaRPr lang="en-US"/>
          </a:p>
        </p:txBody>
      </p:sp>
      <p:sp>
        <p:nvSpPr>
          <p:cNvPr id="5" name="바닥글 개체 틀 4">
            <a:extLst>
              <a:ext uri="{FF2B5EF4-FFF2-40B4-BE49-F238E27FC236}">
                <a16:creationId xmlns:a16="http://schemas.microsoft.com/office/drawing/2014/main" id="{A292B3AA-C5D3-4832-8649-68BDB7487DFE}"/>
              </a:ext>
            </a:extLst>
          </p:cNvPr>
          <p:cNvSpPr>
            <a:spLocks noGrp="1"/>
          </p:cNvSpPr>
          <p:nvPr>
            <p:ph type="ftr" sz="quarter" idx="11"/>
          </p:nvPr>
        </p:nvSpPr>
        <p:spPr/>
        <p:txBody>
          <a:bodyPr/>
          <a:lstStyle/>
          <a:p>
            <a:endParaRPr lang="en-US"/>
          </a:p>
        </p:txBody>
      </p:sp>
      <p:sp>
        <p:nvSpPr>
          <p:cNvPr id="6" name="슬라이드 번호 개체 틀 5">
            <a:extLst>
              <a:ext uri="{FF2B5EF4-FFF2-40B4-BE49-F238E27FC236}">
                <a16:creationId xmlns:a16="http://schemas.microsoft.com/office/drawing/2014/main" id="{B386E432-659F-44D8-8A12-8103CF70B771}"/>
              </a:ext>
            </a:extLst>
          </p:cNvPr>
          <p:cNvSpPr>
            <a:spLocks noGrp="1"/>
          </p:cNvSpPr>
          <p:nvPr>
            <p:ph type="sldNum" sz="quarter" idx="12"/>
          </p:nvPr>
        </p:nvSpPr>
        <p:spPr/>
        <p:txBody>
          <a:bodyPr/>
          <a:lstStyle/>
          <a:p>
            <a:fld id="{ADDC7EB3-5AE8-4FED-A667-9442F52E7975}" type="slidenum">
              <a:rPr lang="en-US" smtClean="0"/>
              <a:t>‹#›</a:t>
            </a:fld>
            <a:endParaRPr lang="en-US"/>
          </a:p>
        </p:txBody>
      </p:sp>
    </p:spTree>
    <p:extLst>
      <p:ext uri="{BB962C8B-B14F-4D97-AF65-F5344CB8AC3E}">
        <p14:creationId xmlns:p14="http://schemas.microsoft.com/office/powerpoint/2010/main" val="184794529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4A32EB8B-677E-4694-A127-91719DD3DC5A}"/>
              </a:ext>
            </a:extLst>
          </p:cNvPr>
          <p:cNvSpPr>
            <a:spLocks noGrp="1"/>
          </p:cNvSpPr>
          <p:nvPr>
            <p:ph type="title"/>
          </p:nvPr>
        </p:nvSpPr>
        <p:spPr/>
        <p:txBody>
          <a:bodyPr/>
          <a:lstStyle/>
          <a:p>
            <a:r>
              <a:rPr lang="ko-KR" altLang="en-US"/>
              <a:t>마스터 제목 스타일 편집</a:t>
            </a:r>
            <a:endParaRPr lang="en-US"/>
          </a:p>
        </p:txBody>
      </p:sp>
      <p:sp>
        <p:nvSpPr>
          <p:cNvPr id="3" name="내용 개체 틀 2">
            <a:extLst>
              <a:ext uri="{FF2B5EF4-FFF2-40B4-BE49-F238E27FC236}">
                <a16:creationId xmlns:a16="http://schemas.microsoft.com/office/drawing/2014/main" id="{1ECDC3F7-1B55-4876-BD32-3ED444C9060F}"/>
              </a:ext>
            </a:extLst>
          </p:cNvPr>
          <p:cNvSpPr>
            <a:spLocks noGrp="1"/>
          </p:cNvSpPr>
          <p:nvPr>
            <p:ph sz="half" idx="1"/>
          </p:nvPr>
        </p:nvSpPr>
        <p:spPr>
          <a:xfrm>
            <a:off x="838200" y="1825625"/>
            <a:ext cx="5181600" cy="4351338"/>
          </a:xfr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a:p>
        </p:txBody>
      </p:sp>
      <p:sp>
        <p:nvSpPr>
          <p:cNvPr id="4" name="내용 개체 틀 3">
            <a:extLst>
              <a:ext uri="{FF2B5EF4-FFF2-40B4-BE49-F238E27FC236}">
                <a16:creationId xmlns:a16="http://schemas.microsoft.com/office/drawing/2014/main" id="{92E494C3-D018-424F-9050-572713E91683}"/>
              </a:ext>
            </a:extLst>
          </p:cNvPr>
          <p:cNvSpPr>
            <a:spLocks noGrp="1"/>
          </p:cNvSpPr>
          <p:nvPr>
            <p:ph sz="half" idx="2"/>
          </p:nvPr>
        </p:nvSpPr>
        <p:spPr>
          <a:xfrm>
            <a:off x="6172200" y="1825625"/>
            <a:ext cx="5181600" cy="4351338"/>
          </a:xfr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a:p>
        </p:txBody>
      </p:sp>
      <p:sp>
        <p:nvSpPr>
          <p:cNvPr id="5" name="날짜 개체 틀 4">
            <a:extLst>
              <a:ext uri="{FF2B5EF4-FFF2-40B4-BE49-F238E27FC236}">
                <a16:creationId xmlns:a16="http://schemas.microsoft.com/office/drawing/2014/main" id="{06A2F95C-92E5-4C9D-AC9B-2966B84EB5CE}"/>
              </a:ext>
            </a:extLst>
          </p:cNvPr>
          <p:cNvSpPr>
            <a:spLocks noGrp="1"/>
          </p:cNvSpPr>
          <p:nvPr>
            <p:ph type="dt" sz="half" idx="10"/>
          </p:nvPr>
        </p:nvSpPr>
        <p:spPr/>
        <p:txBody>
          <a:bodyPr/>
          <a:lstStyle/>
          <a:p>
            <a:fld id="{6B51CB8E-6F81-4EA9-97B5-248BF9D22C8A}" type="datetimeFigureOut">
              <a:rPr lang="en-US" smtClean="0"/>
              <a:t>2/14/2018</a:t>
            </a:fld>
            <a:endParaRPr lang="en-US"/>
          </a:p>
        </p:txBody>
      </p:sp>
      <p:sp>
        <p:nvSpPr>
          <p:cNvPr id="6" name="바닥글 개체 틀 5">
            <a:extLst>
              <a:ext uri="{FF2B5EF4-FFF2-40B4-BE49-F238E27FC236}">
                <a16:creationId xmlns:a16="http://schemas.microsoft.com/office/drawing/2014/main" id="{584F9551-3C93-4A80-BDDC-AA1533934547}"/>
              </a:ext>
            </a:extLst>
          </p:cNvPr>
          <p:cNvSpPr>
            <a:spLocks noGrp="1"/>
          </p:cNvSpPr>
          <p:nvPr>
            <p:ph type="ftr" sz="quarter" idx="11"/>
          </p:nvPr>
        </p:nvSpPr>
        <p:spPr/>
        <p:txBody>
          <a:bodyPr/>
          <a:lstStyle/>
          <a:p>
            <a:endParaRPr lang="en-US"/>
          </a:p>
        </p:txBody>
      </p:sp>
      <p:sp>
        <p:nvSpPr>
          <p:cNvPr id="7" name="슬라이드 번호 개체 틀 6">
            <a:extLst>
              <a:ext uri="{FF2B5EF4-FFF2-40B4-BE49-F238E27FC236}">
                <a16:creationId xmlns:a16="http://schemas.microsoft.com/office/drawing/2014/main" id="{46AE71EF-8BA6-43D5-810C-030E0FD55C5B}"/>
              </a:ext>
            </a:extLst>
          </p:cNvPr>
          <p:cNvSpPr>
            <a:spLocks noGrp="1"/>
          </p:cNvSpPr>
          <p:nvPr>
            <p:ph type="sldNum" sz="quarter" idx="12"/>
          </p:nvPr>
        </p:nvSpPr>
        <p:spPr/>
        <p:txBody>
          <a:bodyPr/>
          <a:lstStyle/>
          <a:p>
            <a:fld id="{ADDC7EB3-5AE8-4FED-A667-9442F52E7975}" type="slidenum">
              <a:rPr lang="en-US" smtClean="0"/>
              <a:t>‹#›</a:t>
            </a:fld>
            <a:endParaRPr lang="en-US"/>
          </a:p>
        </p:txBody>
      </p:sp>
    </p:spTree>
    <p:extLst>
      <p:ext uri="{BB962C8B-B14F-4D97-AF65-F5344CB8AC3E}">
        <p14:creationId xmlns:p14="http://schemas.microsoft.com/office/powerpoint/2010/main" val="134510500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D41A59D0-50BB-4170-BE00-42EF8EECFC9C}"/>
              </a:ext>
            </a:extLst>
          </p:cNvPr>
          <p:cNvSpPr>
            <a:spLocks noGrp="1"/>
          </p:cNvSpPr>
          <p:nvPr>
            <p:ph type="title"/>
          </p:nvPr>
        </p:nvSpPr>
        <p:spPr>
          <a:xfrm>
            <a:off x="839788" y="365125"/>
            <a:ext cx="10515600" cy="1325563"/>
          </a:xfrm>
        </p:spPr>
        <p:txBody>
          <a:bodyPr/>
          <a:lstStyle/>
          <a:p>
            <a:r>
              <a:rPr lang="ko-KR" altLang="en-US"/>
              <a:t>마스터 제목 스타일 편집</a:t>
            </a:r>
            <a:endParaRPr lang="en-US"/>
          </a:p>
        </p:txBody>
      </p:sp>
      <p:sp>
        <p:nvSpPr>
          <p:cNvPr id="3" name="텍스트 개체 틀 2">
            <a:extLst>
              <a:ext uri="{FF2B5EF4-FFF2-40B4-BE49-F238E27FC236}">
                <a16:creationId xmlns:a16="http://schemas.microsoft.com/office/drawing/2014/main" id="{D9ED1FFE-B351-410A-9A93-BE911A56C51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 편집</a:t>
            </a:r>
          </a:p>
        </p:txBody>
      </p:sp>
      <p:sp>
        <p:nvSpPr>
          <p:cNvPr id="4" name="내용 개체 틀 3">
            <a:extLst>
              <a:ext uri="{FF2B5EF4-FFF2-40B4-BE49-F238E27FC236}">
                <a16:creationId xmlns:a16="http://schemas.microsoft.com/office/drawing/2014/main" id="{837D3C85-3EEF-4978-B964-F1D03497B7C3}"/>
              </a:ext>
            </a:extLst>
          </p:cNvPr>
          <p:cNvSpPr>
            <a:spLocks noGrp="1"/>
          </p:cNvSpPr>
          <p:nvPr>
            <p:ph sz="half" idx="2"/>
          </p:nvPr>
        </p:nvSpPr>
        <p:spPr>
          <a:xfrm>
            <a:off x="839788" y="2505075"/>
            <a:ext cx="5157787" cy="3684588"/>
          </a:xfr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a:p>
        </p:txBody>
      </p:sp>
      <p:sp>
        <p:nvSpPr>
          <p:cNvPr id="5" name="텍스트 개체 틀 4">
            <a:extLst>
              <a:ext uri="{FF2B5EF4-FFF2-40B4-BE49-F238E27FC236}">
                <a16:creationId xmlns:a16="http://schemas.microsoft.com/office/drawing/2014/main" id="{D5E88F12-E7A7-437A-AA0B-C98CD8E0E61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 편집</a:t>
            </a:r>
          </a:p>
        </p:txBody>
      </p:sp>
      <p:sp>
        <p:nvSpPr>
          <p:cNvPr id="6" name="내용 개체 틀 5">
            <a:extLst>
              <a:ext uri="{FF2B5EF4-FFF2-40B4-BE49-F238E27FC236}">
                <a16:creationId xmlns:a16="http://schemas.microsoft.com/office/drawing/2014/main" id="{17898A3E-6654-40A8-A650-6E10B53188E7}"/>
              </a:ext>
            </a:extLst>
          </p:cNvPr>
          <p:cNvSpPr>
            <a:spLocks noGrp="1"/>
          </p:cNvSpPr>
          <p:nvPr>
            <p:ph sz="quarter" idx="4"/>
          </p:nvPr>
        </p:nvSpPr>
        <p:spPr>
          <a:xfrm>
            <a:off x="6172200" y="2505075"/>
            <a:ext cx="5183188" cy="3684588"/>
          </a:xfr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a:p>
        </p:txBody>
      </p:sp>
      <p:sp>
        <p:nvSpPr>
          <p:cNvPr id="7" name="날짜 개체 틀 6">
            <a:extLst>
              <a:ext uri="{FF2B5EF4-FFF2-40B4-BE49-F238E27FC236}">
                <a16:creationId xmlns:a16="http://schemas.microsoft.com/office/drawing/2014/main" id="{78793AD4-71BB-44BC-A819-00BBEEC948B3}"/>
              </a:ext>
            </a:extLst>
          </p:cNvPr>
          <p:cNvSpPr>
            <a:spLocks noGrp="1"/>
          </p:cNvSpPr>
          <p:nvPr>
            <p:ph type="dt" sz="half" idx="10"/>
          </p:nvPr>
        </p:nvSpPr>
        <p:spPr/>
        <p:txBody>
          <a:bodyPr/>
          <a:lstStyle/>
          <a:p>
            <a:fld id="{6B51CB8E-6F81-4EA9-97B5-248BF9D22C8A}" type="datetimeFigureOut">
              <a:rPr lang="en-US" smtClean="0"/>
              <a:t>2/14/2018</a:t>
            </a:fld>
            <a:endParaRPr lang="en-US"/>
          </a:p>
        </p:txBody>
      </p:sp>
      <p:sp>
        <p:nvSpPr>
          <p:cNvPr id="8" name="바닥글 개체 틀 7">
            <a:extLst>
              <a:ext uri="{FF2B5EF4-FFF2-40B4-BE49-F238E27FC236}">
                <a16:creationId xmlns:a16="http://schemas.microsoft.com/office/drawing/2014/main" id="{CC0C474A-9D29-4AC6-8099-6936A0E575AB}"/>
              </a:ext>
            </a:extLst>
          </p:cNvPr>
          <p:cNvSpPr>
            <a:spLocks noGrp="1"/>
          </p:cNvSpPr>
          <p:nvPr>
            <p:ph type="ftr" sz="quarter" idx="11"/>
          </p:nvPr>
        </p:nvSpPr>
        <p:spPr/>
        <p:txBody>
          <a:bodyPr/>
          <a:lstStyle/>
          <a:p>
            <a:endParaRPr lang="en-US"/>
          </a:p>
        </p:txBody>
      </p:sp>
      <p:sp>
        <p:nvSpPr>
          <p:cNvPr id="9" name="슬라이드 번호 개체 틀 8">
            <a:extLst>
              <a:ext uri="{FF2B5EF4-FFF2-40B4-BE49-F238E27FC236}">
                <a16:creationId xmlns:a16="http://schemas.microsoft.com/office/drawing/2014/main" id="{AC22D096-7FC8-4B85-8DD2-B78BD83B609D}"/>
              </a:ext>
            </a:extLst>
          </p:cNvPr>
          <p:cNvSpPr>
            <a:spLocks noGrp="1"/>
          </p:cNvSpPr>
          <p:nvPr>
            <p:ph type="sldNum" sz="quarter" idx="12"/>
          </p:nvPr>
        </p:nvSpPr>
        <p:spPr/>
        <p:txBody>
          <a:bodyPr/>
          <a:lstStyle/>
          <a:p>
            <a:fld id="{ADDC7EB3-5AE8-4FED-A667-9442F52E7975}" type="slidenum">
              <a:rPr lang="en-US" smtClean="0"/>
              <a:t>‹#›</a:t>
            </a:fld>
            <a:endParaRPr lang="en-US"/>
          </a:p>
        </p:txBody>
      </p:sp>
    </p:spTree>
    <p:extLst>
      <p:ext uri="{BB962C8B-B14F-4D97-AF65-F5344CB8AC3E}">
        <p14:creationId xmlns:p14="http://schemas.microsoft.com/office/powerpoint/2010/main" val="344537253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929AB49E-DD91-4743-92FB-333855004BE6}"/>
              </a:ext>
            </a:extLst>
          </p:cNvPr>
          <p:cNvSpPr>
            <a:spLocks noGrp="1"/>
          </p:cNvSpPr>
          <p:nvPr>
            <p:ph type="title"/>
          </p:nvPr>
        </p:nvSpPr>
        <p:spPr/>
        <p:txBody>
          <a:bodyPr/>
          <a:lstStyle/>
          <a:p>
            <a:r>
              <a:rPr lang="ko-KR" altLang="en-US"/>
              <a:t>마스터 제목 스타일 편집</a:t>
            </a:r>
            <a:endParaRPr lang="en-US"/>
          </a:p>
        </p:txBody>
      </p:sp>
      <p:sp>
        <p:nvSpPr>
          <p:cNvPr id="3" name="날짜 개체 틀 2">
            <a:extLst>
              <a:ext uri="{FF2B5EF4-FFF2-40B4-BE49-F238E27FC236}">
                <a16:creationId xmlns:a16="http://schemas.microsoft.com/office/drawing/2014/main" id="{7AE0E5B3-D27E-4B0B-A82F-85B74A4375AF}"/>
              </a:ext>
            </a:extLst>
          </p:cNvPr>
          <p:cNvSpPr>
            <a:spLocks noGrp="1"/>
          </p:cNvSpPr>
          <p:nvPr>
            <p:ph type="dt" sz="half" idx="10"/>
          </p:nvPr>
        </p:nvSpPr>
        <p:spPr/>
        <p:txBody>
          <a:bodyPr/>
          <a:lstStyle/>
          <a:p>
            <a:fld id="{6B51CB8E-6F81-4EA9-97B5-248BF9D22C8A}" type="datetimeFigureOut">
              <a:rPr lang="en-US" smtClean="0"/>
              <a:t>2/14/2018</a:t>
            </a:fld>
            <a:endParaRPr lang="en-US"/>
          </a:p>
        </p:txBody>
      </p:sp>
      <p:sp>
        <p:nvSpPr>
          <p:cNvPr id="4" name="바닥글 개체 틀 3">
            <a:extLst>
              <a:ext uri="{FF2B5EF4-FFF2-40B4-BE49-F238E27FC236}">
                <a16:creationId xmlns:a16="http://schemas.microsoft.com/office/drawing/2014/main" id="{55F03F2D-2E51-47B2-9792-4A28229B2DA9}"/>
              </a:ext>
            </a:extLst>
          </p:cNvPr>
          <p:cNvSpPr>
            <a:spLocks noGrp="1"/>
          </p:cNvSpPr>
          <p:nvPr>
            <p:ph type="ftr" sz="quarter" idx="11"/>
          </p:nvPr>
        </p:nvSpPr>
        <p:spPr/>
        <p:txBody>
          <a:bodyPr/>
          <a:lstStyle/>
          <a:p>
            <a:endParaRPr lang="en-US"/>
          </a:p>
        </p:txBody>
      </p:sp>
      <p:sp>
        <p:nvSpPr>
          <p:cNvPr id="5" name="슬라이드 번호 개체 틀 4">
            <a:extLst>
              <a:ext uri="{FF2B5EF4-FFF2-40B4-BE49-F238E27FC236}">
                <a16:creationId xmlns:a16="http://schemas.microsoft.com/office/drawing/2014/main" id="{940E86D9-06A5-423D-9C31-F9F01177E1DF}"/>
              </a:ext>
            </a:extLst>
          </p:cNvPr>
          <p:cNvSpPr>
            <a:spLocks noGrp="1"/>
          </p:cNvSpPr>
          <p:nvPr>
            <p:ph type="sldNum" sz="quarter" idx="12"/>
          </p:nvPr>
        </p:nvSpPr>
        <p:spPr/>
        <p:txBody>
          <a:bodyPr/>
          <a:lstStyle/>
          <a:p>
            <a:fld id="{ADDC7EB3-5AE8-4FED-A667-9442F52E7975}" type="slidenum">
              <a:rPr lang="en-US" smtClean="0"/>
              <a:t>‹#›</a:t>
            </a:fld>
            <a:endParaRPr lang="en-US"/>
          </a:p>
        </p:txBody>
      </p:sp>
    </p:spTree>
    <p:extLst>
      <p:ext uri="{BB962C8B-B14F-4D97-AF65-F5344CB8AC3E}">
        <p14:creationId xmlns:p14="http://schemas.microsoft.com/office/powerpoint/2010/main" val="216423419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날짜 개체 틀 1">
            <a:extLst>
              <a:ext uri="{FF2B5EF4-FFF2-40B4-BE49-F238E27FC236}">
                <a16:creationId xmlns:a16="http://schemas.microsoft.com/office/drawing/2014/main" id="{000617D2-FE63-4DB6-BD5C-11EE21791A69}"/>
              </a:ext>
            </a:extLst>
          </p:cNvPr>
          <p:cNvSpPr>
            <a:spLocks noGrp="1"/>
          </p:cNvSpPr>
          <p:nvPr>
            <p:ph type="dt" sz="half" idx="10"/>
          </p:nvPr>
        </p:nvSpPr>
        <p:spPr/>
        <p:txBody>
          <a:bodyPr/>
          <a:lstStyle/>
          <a:p>
            <a:fld id="{6B51CB8E-6F81-4EA9-97B5-248BF9D22C8A}" type="datetimeFigureOut">
              <a:rPr lang="en-US" smtClean="0"/>
              <a:t>2/14/2018</a:t>
            </a:fld>
            <a:endParaRPr lang="en-US"/>
          </a:p>
        </p:txBody>
      </p:sp>
      <p:sp>
        <p:nvSpPr>
          <p:cNvPr id="3" name="바닥글 개체 틀 2">
            <a:extLst>
              <a:ext uri="{FF2B5EF4-FFF2-40B4-BE49-F238E27FC236}">
                <a16:creationId xmlns:a16="http://schemas.microsoft.com/office/drawing/2014/main" id="{1711279F-9A6E-47B3-9E75-B09142F8F915}"/>
              </a:ext>
            </a:extLst>
          </p:cNvPr>
          <p:cNvSpPr>
            <a:spLocks noGrp="1"/>
          </p:cNvSpPr>
          <p:nvPr>
            <p:ph type="ftr" sz="quarter" idx="11"/>
          </p:nvPr>
        </p:nvSpPr>
        <p:spPr/>
        <p:txBody>
          <a:bodyPr/>
          <a:lstStyle/>
          <a:p>
            <a:endParaRPr lang="en-US"/>
          </a:p>
        </p:txBody>
      </p:sp>
      <p:sp>
        <p:nvSpPr>
          <p:cNvPr id="4" name="슬라이드 번호 개체 틀 3">
            <a:extLst>
              <a:ext uri="{FF2B5EF4-FFF2-40B4-BE49-F238E27FC236}">
                <a16:creationId xmlns:a16="http://schemas.microsoft.com/office/drawing/2014/main" id="{FCC0ED18-147D-426B-9BDD-47F0CE69CC37}"/>
              </a:ext>
            </a:extLst>
          </p:cNvPr>
          <p:cNvSpPr>
            <a:spLocks noGrp="1"/>
          </p:cNvSpPr>
          <p:nvPr>
            <p:ph type="sldNum" sz="quarter" idx="12"/>
          </p:nvPr>
        </p:nvSpPr>
        <p:spPr/>
        <p:txBody>
          <a:bodyPr/>
          <a:lstStyle/>
          <a:p>
            <a:fld id="{ADDC7EB3-5AE8-4FED-A667-9442F52E7975}" type="slidenum">
              <a:rPr lang="en-US" smtClean="0"/>
              <a:t>‹#›</a:t>
            </a:fld>
            <a:endParaRPr lang="en-US"/>
          </a:p>
        </p:txBody>
      </p:sp>
    </p:spTree>
    <p:extLst>
      <p:ext uri="{BB962C8B-B14F-4D97-AF65-F5344CB8AC3E}">
        <p14:creationId xmlns:p14="http://schemas.microsoft.com/office/powerpoint/2010/main" val="317773281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2174A789-8FA9-42C2-BEFB-69AD8A343216}"/>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endParaRPr lang="en-US"/>
          </a:p>
        </p:txBody>
      </p:sp>
      <p:sp>
        <p:nvSpPr>
          <p:cNvPr id="3" name="내용 개체 틀 2">
            <a:extLst>
              <a:ext uri="{FF2B5EF4-FFF2-40B4-BE49-F238E27FC236}">
                <a16:creationId xmlns:a16="http://schemas.microsoft.com/office/drawing/2014/main" id="{BCE60AB4-FE26-42E4-A180-FA71B0343B2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a:p>
        </p:txBody>
      </p:sp>
      <p:sp>
        <p:nvSpPr>
          <p:cNvPr id="4" name="텍스트 개체 틀 3">
            <a:extLst>
              <a:ext uri="{FF2B5EF4-FFF2-40B4-BE49-F238E27FC236}">
                <a16:creationId xmlns:a16="http://schemas.microsoft.com/office/drawing/2014/main" id="{2B10925E-B44B-4012-8EC7-A74A62A7426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 편집</a:t>
            </a:r>
          </a:p>
        </p:txBody>
      </p:sp>
      <p:sp>
        <p:nvSpPr>
          <p:cNvPr id="5" name="날짜 개체 틀 4">
            <a:extLst>
              <a:ext uri="{FF2B5EF4-FFF2-40B4-BE49-F238E27FC236}">
                <a16:creationId xmlns:a16="http://schemas.microsoft.com/office/drawing/2014/main" id="{05E7592C-F6DE-4074-8536-7C84DF98C4F4}"/>
              </a:ext>
            </a:extLst>
          </p:cNvPr>
          <p:cNvSpPr>
            <a:spLocks noGrp="1"/>
          </p:cNvSpPr>
          <p:nvPr>
            <p:ph type="dt" sz="half" idx="10"/>
          </p:nvPr>
        </p:nvSpPr>
        <p:spPr/>
        <p:txBody>
          <a:bodyPr/>
          <a:lstStyle/>
          <a:p>
            <a:fld id="{6B51CB8E-6F81-4EA9-97B5-248BF9D22C8A}" type="datetimeFigureOut">
              <a:rPr lang="en-US" smtClean="0"/>
              <a:t>2/14/2018</a:t>
            </a:fld>
            <a:endParaRPr lang="en-US"/>
          </a:p>
        </p:txBody>
      </p:sp>
      <p:sp>
        <p:nvSpPr>
          <p:cNvPr id="6" name="바닥글 개체 틀 5">
            <a:extLst>
              <a:ext uri="{FF2B5EF4-FFF2-40B4-BE49-F238E27FC236}">
                <a16:creationId xmlns:a16="http://schemas.microsoft.com/office/drawing/2014/main" id="{8BFFF679-1D3C-43D1-879D-9C72BEF3F3F5}"/>
              </a:ext>
            </a:extLst>
          </p:cNvPr>
          <p:cNvSpPr>
            <a:spLocks noGrp="1"/>
          </p:cNvSpPr>
          <p:nvPr>
            <p:ph type="ftr" sz="quarter" idx="11"/>
          </p:nvPr>
        </p:nvSpPr>
        <p:spPr/>
        <p:txBody>
          <a:bodyPr/>
          <a:lstStyle/>
          <a:p>
            <a:endParaRPr lang="en-US"/>
          </a:p>
        </p:txBody>
      </p:sp>
      <p:sp>
        <p:nvSpPr>
          <p:cNvPr id="7" name="슬라이드 번호 개체 틀 6">
            <a:extLst>
              <a:ext uri="{FF2B5EF4-FFF2-40B4-BE49-F238E27FC236}">
                <a16:creationId xmlns:a16="http://schemas.microsoft.com/office/drawing/2014/main" id="{80A742E1-198A-4145-A47C-D4260E3C8138}"/>
              </a:ext>
            </a:extLst>
          </p:cNvPr>
          <p:cNvSpPr>
            <a:spLocks noGrp="1"/>
          </p:cNvSpPr>
          <p:nvPr>
            <p:ph type="sldNum" sz="quarter" idx="12"/>
          </p:nvPr>
        </p:nvSpPr>
        <p:spPr/>
        <p:txBody>
          <a:bodyPr/>
          <a:lstStyle/>
          <a:p>
            <a:fld id="{ADDC7EB3-5AE8-4FED-A667-9442F52E7975}" type="slidenum">
              <a:rPr lang="en-US" smtClean="0"/>
              <a:t>‹#›</a:t>
            </a:fld>
            <a:endParaRPr lang="en-US"/>
          </a:p>
        </p:txBody>
      </p:sp>
    </p:spTree>
    <p:extLst>
      <p:ext uri="{BB962C8B-B14F-4D97-AF65-F5344CB8AC3E}">
        <p14:creationId xmlns:p14="http://schemas.microsoft.com/office/powerpoint/2010/main" val="400216171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0E69BCFA-8E3D-45E0-A5E3-B6C5C7EAF26B}"/>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endParaRPr lang="en-US"/>
          </a:p>
        </p:txBody>
      </p:sp>
      <p:sp>
        <p:nvSpPr>
          <p:cNvPr id="3" name="그림 개체 틀 2">
            <a:extLst>
              <a:ext uri="{FF2B5EF4-FFF2-40B4-BE49-F238E27FC236}">
                <a16:creationId xmlns:a16="http://schemas.microsoft.com/office/drawing/2014/main" id="{A4E60FB5-BCE8-4367-A632-8ACED776848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텍스트 개체 틀 3">
            <a:extLst>
              <a:ext uri="{FF2B5EF4-FFF2-40B4-BE49-F238E27FC236}">
                <a16:creationId xmlns:a16="http://schemas.microsoft.com/office/drawing/2014/main" id="{AE884AB8-4C1E-4530-9662-D640EA6EF79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 편집</a:t>
            </a:r>
          </a:p>
        </p:txBody>
      </p:sp>
      <p:sp>
        <p:nvSpPr>
          <p:cNvPr id="5" name="날짜 개체 틀 4">
            <a:extLst>
              <a:ext uri="{FF2B5EF4-FFF2-40B4-BE49-F238E27FC236}">
                <a16:creationId xmlns:a16="http://schemas.microsoft.com/office/drawing/2014/main" id="{2142870E-9785-42DB-AFAE-67F54B4C5585}"/>
              </a:ext>
            </a:extLst>
          </p:cNvPr>
          <p:cNvSpPr>
            <a:spLocks noGrp="1"/>
          </p:cNvSpPr>
          <p:nvPr>
            <p:ph type="dt" sz="half" idx="10"/>
          </p:nvPr>
        </p:nvSpPr>
        <p:spPr/>
        <p:txBody>
          <a:bodyPr/>
          <a:lstStyle/>
          <a:p>
            <a:fld id="{6B51CB8E-6F81-4EA9-97B5-248BF9D22C8A}" type="datetimeFigureOut">
              <a:rPr lang="en-US" smtClean="0"/>
              <a:t>2/14/2018</a:t>
            </a:fld>
            <a:endParaRPr lang="en-US"/>
          </a:p>
        </p:txBody>
      </p:sp>
      <p:sp>
        <p:nvSpPr>
          <p:cNvPr id="6" name="바닥글 개체 틀 5">
            <a:extLst>
              <a:ext uri="{FF2B5EF4-FFF2-40B4-BE49-F238E27FC236}">
                <a16:creationId xmlns:a16="http://schemas.microsoft.com/office/drawing/2014/main" id="{894BBD24-2034-4783-814F-E89080E8BF95}"/>
              </a:ext>
            </a:extLst>
          </p:cNvPr>
          <p:cNvSpPr>
            <a:spLocks noGrp="1"/>
          </p:cNvSpPr>
          <p:nvPr>
            <p:ph type="ftr" sz="quarter" idx="11"/>
          </p:nvPr>
        </p:nvSpPr>
        <p:spPr/>
        <p:txBody>
          <a:bodyPr/>
          <a:lstStyle/>
          <a:p>
            <a:endParaRPr lang="en-US"/>
          </a:p>
        </p:txBody>
      </p:sp>
      <p:sp>
        <p:nvSpPr>
          <p:cNvPr id="7" name="슬라이드 번호 개체 틀 6">
            <a:extLst>
              <a:ext uri="{FF2B5EF4-FFF2-40B4-BE49-F238E27FC236}">
                <a16:creationId xmlns:a16="http://schemas.microsoft.com/office/drawing/2014/main" id="{DE4CF8DE-F01A-4779-9306-48C82822047E}"/>
              </a:ext>
            </a:extLst>
          </p:cNvPr>
          <p:cNvSpPr>
            <a:spLocks noGrp="1"/>
          </p:cNvSpPr>
          <p:nvPr>
            <p:ph type="sldNum" sz="quarter" idx="12"/>
          </p:nvPr>
        </p:nvSpPr>
        <p:spPr/>
        <p:txBody>
          <a:bodyPr/>
          <a:lstStyle/>
          <a:p>
            <a:fld id="{ADDC7EB3-5AE8-4FED-A667-9442F52E7975}" type="slidenum">
              <a:rPr lang="en-US" smtClean="0"/>
              <a:t>‹#›</a:t>
            </a:fld>
            <a:endParaRPr lang="en-US"/>
          </a:p>
        </p:txBody>
      </p:sp>
    </p:spTree>
    <p:extLst>
      <p:ext uri="{BB962C8B-B14F-4D97-AF65-F5344CB8AC3E}">
        <p14:creationId xmlns:p14="http://schemas.microsoft.com/office/powerpoint/2010/main" val="62404496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49B82F0D-D432-49E7-9257-67F148EFBE20}"/>
              </a:ext>
            </a:extLst>
          </p:cNvPr>
          <p:cNvSpPr>
            <a:spLocks noGrp="1"/>
          </p:cNvSpPr>
          <p:nvPr>
            <p:ph type="title"/>
          </p:nvPr>
        </p:nvSpPr>
        <p:spPr/>
        <p:txBody>
          <a:bodyPr/>
          <a:lstStyle/>
          <a:p>
            <a:r>
              <a:rPr lang="ko-KR" altLang="en-US"/>
              <a:t>마스터 제목 스타일 편집</a:t>
            </a:r>
            <a:endParaRPr lang="en-US"/>
          </a:p>
        </p:txBody>
      </p:sp>
      <p:sp>
        <p:nvSpPr>
          <p:cNvPr id="3" name="세로 텍스트 개체 틀 2">
            <a:extLst>
              <a:ext uri="{FF2B5EF4-FFF2-40B4-BE49-F238E27FC236}">
                <a16:creationId xmlns:a16="http://schemas.microsoft.com/office/drawing/2014/main" id="{50BB3D6E-B8FE-40AC-9CE1-EE9EAC32405E}"/>
              </a:ext>
            </a:extLst>
          </p:cNvPr>
          <p:cNvSpPr>
            <a:spLocks noGrp="1"/>
          </p:cNvSpPr>
          <p:nvPr>
            <p:ph type="body" orient="vert" idx="1"/>
          </p:nvPr>
        </p:nvSpPr>
        <p:spPr/>
        <p:txBody>
          <a:bodyPr vert="eaVert"/>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a:p>
        </p:txBody>
      </p:sp>
      <p:sp>
        <p:nvSpPr>
          <p:cNvPr id="4" name="날짜 개체 틀 3">
            <a:extLst>
              <a:ext uri="{FF2B5EF4-FFF2-40B4-BE49-F238E27FC236}">
                <a16:creationId xmlns:a16="http://schemas.microsoft.com/office/drawing/2014/main" id="{6C986245-99D4-4649-AC16-BA8FCD2187BF}"/>
              </a:ext>
            </a:extLst>
          </p:cNvPr>
          <p:cNvSpPr>
            <a:spLocks noGrp="1"/>
          </p:cNvSpPr>
          <p:nvPr>
            <p:ph type="dt" sz="half" idx="10"/>
          </p:nvPr>
        </p:nvSpPr>
        <p:spPr/>
        <p:txBody>
          <a:bodyPr/>
          <a:lstStyle/>
          <a:p>
            <a:fld id="{6B51CB8E-6F81-4EA9-97B5-248BF9D22C8A}" type="datetimeFigureOut">
              <a:rPr lang="en-US" smtClean="0"/>
              <a:t>2/14/2018</a:t>
            </a:fld>
            <a:endParaRPr lang="en-US"/>
          </a:p>
        </p:txBody>
      </p:sp>
      <p:sp>
        <p:nvSpPr>
          <p:cNvPr id="5" name="바닥글 개체 틀 4">
            <a:extLst>
              <a:ext uri="{FF2B5EF4-FFF2-40B4-BE49-F238E27FC236}">
                <a16:creationId xmlns:a16="http://schemas.microsoft.com/office/drawing/2014/main" id="{05575F22-0CA1-46F3-8E0C-39BE6690750D}"/>
              </a:ext>
            </a:extLst>
          </p:cNvPr>
          <p:cNvSpPr>
            <a:spLocks noGrp="1"/>
          </p:cNvSpPr>
          <p:nvPr>
            <p:ph type="ftr" sz="quarter" idx="11"/>
          </p:nvPr>
        </p:nvSpPr>
        <p:spPr/>
        <p:txBody>
          <a:bodyPr/>
          <a:lstStyle/>
          <a:p>
            <a:endParaRPr lang="en-US"/>
          </a:p>
        </p:txBody>
      </p:sp>
      <p:sp>
        <p:nvSpPr>
          <p:cNvPr id="6" name="슬라이드 번호 개체 틀 5">
            <a:extLst>
              <a:ext uri="{FF2B5EF4-FFF2-40B4-BE49-F238E27FC236}">
                <a16:creationId xmlns:a16="http://schemas.microsoft.com/office/drawing/2014/main" id="{B40E33A0-8EEF-46E0-BCCB-52BD11470EF7}"/>
              </a:ext>
            </a:extLst>
          </p:cNvPr>
          <p:cNvSpPr>
            <a:spLocks noGrp="1"/>
          </p:cNvSpPr>
          <p:nvPr>
            <p:ph type="sldNum" sz="quarter" idx="12"/>
          </p:nvPr>
        </p:nvSpPr>
        <p:spPr/>
        <p:txBody>
          <a:bodyPr/>
          <a:lstStyle/>
          <a:p>
            <a:fld id="{ADDC7EB3-5AE8-4FED-A667-9442F52E7975}" type="slidenum">
              <a:rPr lang="en-US" smtClean="0"/>
              <a:t>‹#›</a:t>
            </a:fld>
            <a:endParaRPr lang="en-US"/>
          </a:p>
        </p:txBody>
      </p:sp>
    </p:spTree>
    <p:extLst>
      <p:ext uri="{BB962C8B-B14F-4D97-AF65-F5344CB8AC3E}">
        <p14:creationId xmlns:p14="http://schemas.microsoft.com/office/powerpoint/2010/main" val="251314578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세로 제목 1">
            <a:extLst>
              <a:ext uri="{FF2B5EF4-FFF2-40B4-BE49-F238E27FC236}">
                <a16:creationId xmlns:a16="http://schemas.microsoft.com/office/drawing/2014/main" id="{113BE6CC-C1FF-4C17-B34B-0A76B083633E}"/>
              </a:ext>
            </a:extLst>
          </p:cNvPr>
          <p:cNvSpPr>
            <a:spLocks noGrp="1"/>
          </p:cNvSpPr>
          <p:nvPr>
            <p:ph type="title" orient="vert"/>
          </p:nvPr>
        </p:nvSpPr>
        <p:spPr>
          <a:xfrm>
            <a:off x="8724900" y="365125"/>
            <a:ext cx="2628900" cy="5811838"/>
          </a:xfrm>
        </p:spPr>
        <p:txBody>
          <a:bodyPr vert="eaVert"/>
          <a:lstStyle/>
          <a:p>
            <a:r>
              <a:rPr lang="ko-KR" altLang="en-US"/>
              <a:t>마스터 제목 스타일 편집</a:t>
            </a:r>
            <a:endParaRPr lang="en-US"/>
          </a:p>
        </p:txBody>
      </p:sp>
      <p:sp>
        <p:nvSpPr>
          <p:cNvPr id="3" name="세로 텍스트 개체 틀 2">
            <a:extLst>
              <a:ext uri="{FF2B5EF4-FFF2-40B4-BE49-F238E27FC236}">
                <a16:creationId xmlns:a16="http://schemas.microsoft.com/office/drawing/2014/main" id="{A4585AA7-3746-4B4D-AF4D-FCC51BCC64BD}"/>
              </a:ext>
            </a:extLst>
          </p:cNvPr>
          <p:cNvSpPr>
            <a:spLocks noGrp="1"/>
          </p:cNvSpPr>
          <p:nvPr>
            <p:ph type="body" orient="vert" idx="1"/>
          </p:nvPr>
        </p:nvSpPr>
        <p:spPr>
          <a:xfrm>
            <a:off x="838200" y="365125"/>
            <a:ext cx="7734300" cy="5811838"/>
          </a:xfrm>
        </p:spPr>
        <p:txBody>
          <a:bodyPr vert="eaVert"/>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a:p>
        </p:txBody>
      </p:sp>
      <p:sp>
        <p:nvSpPr>
          <p:cNvPr id="4" name="날짜 개체 틀 3">
            <a:extLst>
              <a:ext uri="{FF2B5EF4-FFF2-40B4-BE49-F238E27FC236}">
                <a16:creationId xmlns:a16="http://schemas.microsoft.com/office/drawing/2014/main" id="{6E4FA8AE-CD0B-461D-82D3-C07B14B5B226}"/>
              </a:ext>
            </a:extLst>
          </p:cNvPr>
          <p:cNvSpPr>
            <a:spLocks noGrp="1"/>
          </p:cNvSpPr>
          <p:nvPr>
            <p:ph type="dt" sz="half" idx="10"/>
          </p:nvPr>
        </p:nvSpPr>
        <p:spPr/>
        <p:txBody>
          <a:bodyPr/>
          <a:lstStyle/>
          <a:p>
            <a:fld id="{6B51CB8E-6F81-4EA9-97B5-248BF9D22C8A}" type="datetimeFigureOut">
              <a:rPr lang="en-US" smtClean="0"/>
              <a:t>2/14/2018</a:t>
            </a:fld>
            <a:endParaRPr lang="en-US"/>
          </a:p>
        </p:txBody>
      </p:sp>
      <p:sp>
        <p:nvSpPr>
          <p:cNvPr id="5" name="바닥글 개체 틀 4">
            <a:extLst>
              <a:ext uri="{FF2B5EF4-FFF2-40B4-BE49-F238E27FC236}">
                <a16:creationId xmlns:a16="http://schemas.microsoft.com/office/drawing/2014/main" id="{E224693C-45D0-4197-81DE-EFF297EB1530}"/>
              </a:ext>
            </a:extLst>
          </p:cNvPr>
          <p:cNvSpPr>
            <a:spLocks noGrp="1"/>
          </p:cNvSpPr>
          <p:nvPr>
            <p:ph type="ftr" sz="quarter" idx="11"/>
          </p:nvPr>
        </p:nvSpPr>
        <p:spPr/>
        <p:txBody>
          <a:bodyPr/>
          <a:lstStyle/>
          <a:p>
            <a:endParaRPr lang="en-US"/>
          </a:p>
        </p:txBody>
      </p:sp>
      <p:sp>
        <p:nvSpPr>
          <p:cNvPr id="6" name="슬라이드 번호 개체 틀 5">
            <a:extLst>
              <a:ext uri="{FF2B5EF4-FFF2-40B4-BE49-F238E27FC236}">
                <a16:creationId xmlns:a16="http://schemas.microsoft.com/office/drawing/2014/main" id="{52520C0C-F115-4D8E-9B96-6D53880C9C33}"/>
              </a:ext>
            </a:extLst>
          </p:cNvPr>
          <p:cNvSpPr>
            <a:spLocks noGrp="1"/>
          </p:cNvSpPr>
          <p:nvPr>
            <p:ph type="sldNum" sz="quarter" idx="12"/>
          </p:nvPr>
        </p:nvSpPr>
        <p:spPr/>
        <p:txBody>
          <a:bodyPr/>
          <a:lstStyle/>
          <a:p>
            <a:fld id="{ADDC7EB3-5AE8-4FED-A667-9442F52E7975}" type="slidenum">
              <a:rPr lang="en-US" smtClean="0"/>
              <a:t>‹#›</a:t>
            </a:fld>
            <a:endParaRPr lang="en-US"/>
          </a:p>
        </p:txBody>
      </p:sp>
    </p:spTree>
    <p:extLst>
      <p:ext uri="{BB962C8B-B14F-4D97-AF65-F5344CB8AC3E}">
        <p14:creationId xmlns:p14="http://schemas.microsoft.com/office/powerpoint/2010/main" val="27972097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45127" y="365760"/>
            <a:ext cx="10515600" cy="1325562"/>
          </a:xfrm>
          <a:prstGeom prst="rect">
            <a:avLst/>
          </a:prstGeom>
        </p:spPr>
        <p:txBody>
          <a:bodyPr vert="horz" lIns="91440" tIns="45720" rIns="91440" bIns="45720" rtlCol="0" anchor="ctr">
            <a:normAutofit/>
          </a:bodyPr>
          <a:lstStyle/>
          <a:p>
            <a:r>
              <a:rPr lang="ko-KR" altLang="en-US"/>
              <a:t>마스터 제목 스타일 편집</a:t>
            </a:r>
            <a:endParaRPr lang="en-US" dirty="0"/>
          </a:p>
        </p:txBody>
      </p:sp>
      <p:sp>
        <p:nvSpPr>
          <p:cNvPr id="3" name="Text Placeholder 2"/>
          <p:cNvSpPr>
            <a:spLocks noGrp="1"/>
          </p:cNvSpPr>
          <p:nvPr>
            <p:ph type="body" idx="1"/>
          </p:nvPr>
        </p:nvSpPr>
        <p:spPr>
          <a:xfrm>
            <a:off x="845127" y="1828800"/>
            <a:ext cx="10515600" cy="4351337"/>
          </a:xfrm>
          <a:prstGeom prst="rect">
            <a:avLst/>
          </a:prstGeom>
        </p:spPr>
        <p:txBody>
          <a:bodyPr vert="horz" lIns="91440" tIns="45720" rIns="91440" bIns="45720" rtlCol="0">
            <a:normAutofit/>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100">
                <a:solidFill>
                  <a:schemeClr val="tx1">
                    <a:lumMod val="65000"/>
                    <a:lumOff val="35000"/>
                  </a:schemeClr>
                </a:solidFill>
              </a:defRPr>
            </a:lvl1pPr>
          </a:lstStyle>
          <a:p>
            <a:fld id="{6B51CB8E-6F81-4EA9-97B5-248BF9D22C8A}" type="datetimeFigureOut">
              <a:rPr lang="en-US" smtClean="0"/>
              <a:t>2/14/2018</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100">
                <a:solidFill>
                  <a:schemeClr val="tx1">
                    <a:lumMod val="65000"/>
                    <a:lumOff val="35000"/>
                  </a:schemeClr>
                </a:solidFill>
              </a:defRPr>
            </a:lvl1pPr>
          </a:lstStyle>
          <a:p>
            <a:endParaRPr lang="en-US"/>
          </a:p>
        </p:txBody>
      </p:sp>
      <p:sp>
        <p:nvSpPr>
          <p:cNvPr id="6" name="Slide Number Placeholder 5"/>
          <p:cNvSpPr>
            <a:spLocks noGrp="1"/>
          </p:cNvSpPr>
          <p:nvPr>
            <p:ph type="sldNum" sz="quarter" idx="4"/>
          </p:nvPr>
        </p:nvSpPr>
        <p:spPr>
          <a:xfrm>
            <a:off x="8617527" y="6356350"/>
            <a:ext cx="2743200" cy="365125"/>
          </a:xfrm>
          <a:prstGeom prst="rect">
            <a:avLst/>
          </a:prstGeom>
        </p:spPr>
        <p:txBody>
          <a:bodyPr vert="horz" lIns="91440" tIns="45720" rIns="91440" bIns="45720" rtlCol="0" anchor="ctr"/>
          <a:lstStyle>
            <a:lvl1pPr algn="r">
              <a:defRPr sz="1100">
                <a:solidFill>
                  <a:schemeClr val="tx1">
                    <a:tint val="75000"/>
                  </a:schemeClr>
                </a:solidFill>
              </a:defRPr>
            </a:lvl1pPr>
          </a:lstStyle>
          <a:p>
            <a:fld id="{ADDC7EB3-5AE8-4FED-A667-9442F52E7975}" type="slidenum">
              <a:rPr lang="en-US" smtClean="0"/>
              <a:t>‹#›</a:t>
            </a:fld>
            <a:endParaRPr lang="en-US"/>
          </a:p>
        </p:txBody>
      </p:sp>
    </p:spTree>
    <p:extLst>
      <p:ext uri="{BB962C8B-B14F-4D97-AF65-F5344CB8AC3E}">
        <p14:creationId xmlns:p14="http://schemas.microsoft.com/office/powerpoint/2010/main" val="3988978563"/>
      </p:ext>
    </p:extLst>
  </p:cSld>
  <p:clrMap bg1="lt1" tx1="dk1" bg2="lt2" tx2="dk2" accent1="accent1" accent2="accent2" accent3="accent3" accent4="accent4" accent5="accent5" accent6="accent6" hlink="hlink" folHlink="folHlink"/>
  <p:sldLayoutIdLst>
    <p:sldLayoutId id="2147483715" r:id="rId1"/>
    <p:sldLayoutId id="2147483716" r:id="rId2"/>
    <p:sldLayoutId id="2147483717" r:id="rId3"/>
    <p:sldLayoutId id="2147483718" r:id="rId4"/>
    <p:sldLayoutId id="2147483719" r:id="rId5"/>
    <p:sldLayoutId id="2147483720" r:id="rId6"/>
    <p:sldLayoutId id="2147483721" r:id="rId7"/>
    <p:sldLayoutId id="2147483722" r:id="rId8"/>
    <p:sldLayoutId id="2147483723" r:id="rId9"/>
    <p:sldLayoutId id="2147483724" r:id="rId10"/>
    <p:sldLayoutId id="2147483725"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Wingdings 2" pitchFamily="18" charset="2"/>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ingdings 2" pitchFamily="18" charset="2"/>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Wingdings 2" pitchFamily="18" charset="2"/>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Wingdings 2" pitchFamily="18" charset="2"/>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Wingdings 2" pitchFamily="18" charset="2"/>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Wingdings 2" pitchFamily="18" charset="2"/>
        <a:buChar char=""/>
        <a:defRPr sz="1800" kern="1200">
          <a:solidFill>
            <a:schemeClr val="tx1"/>
          </a:solidFill>
          <a:latin typeface="+mn-lt"/>
          <a:ea typeface="+mn-ea"/>
          <a:cs typeface="+mn-cs"/>
        </a:defRPr>
      </a:lvl6pPr>
      <a:lvl7pPr marL="2971800" indent="-228600" algn="l" defTabSz="914400" rtl="0" eaLnBrk="1" latinLnBrk="0" hangingPunct="1">
        <a:spcBef>
          <a:spcPct val="20000"/>
        </a:spcBef>
        <a:buFont typeface="Wingdings 2" pitchFamily="18" charset="2"/>
        <a:buChar char=""/>
        <a:defRPr sz="1800" kern="1200">
          <a:solidFill>
            <a:schemeClr val="tx1"/>
          </a:solidFill>
          <a:latin typeface="+mn-lt"/>
          <a:ea typeface="+mn-ea"/>
          <a:cs typeface="+mn-cs"/>
        </a:defRPr>
      </a:lvl7pPr>
      <a:lvl8pPr marL="3429000" indent="-228600" algn="l" defTabSz="914400" rtl="0" eaLnBrk="1" latinLnBrk="0" hangingPunct="1">
        <a:spcBef>
          <a:spcPct val="20000"/>
        </a:spcBef>
        <a:buFont typeface="Wingdings 2" pitchFamily="18" charset="2"/>
        <a:buChar char=""/>
        <a:defRPr sz="1800" kern="1200">
          <a:solidFill>
            <a:schemeClr val="tx1"/>
          </a:solidFill>
          <a:latin typeface="+mn-lt"/>
          <a:ea typeface="+mn-ea"/>
          <a:cs typeface="+mn-cs"/>
        </a:defRPr>
      </a:lvl8pPr>
      <a:lvl9pPr marL="3886200" indent="-228600" algn="l" defTabSz="914400" rtl="0" eaLnBrk="1" latinLnBrk="0" hangingPunct="1">
        <a:spcBef>
          <a:spcPct val="20000"/>
        </a:spcBef>
        <a:buFont typeface="Wingdings 2" pitchFamily="18" charset="2"/>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제목 개체 틀 1">
            <a:extLst>
              <a:ext uri="{FF2B5EF4-FFF2-40B4-BE49-F238E27FC236}">
                <a16:creationId xmlns:a16="http://schemas.microsoft.com/office/drawing/2014/main" id="{3279CF3A-34F9-4D70-B5AF-11E9FE85AF5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ko-KR" altLang="en-US"/>
              <a:t>마스터 제목 스타일 편집</a:t>
            </a:r>
            <a:endParaRPr lang="en-US"/>
          </a:p>
        </p:txBody>
      </p:sp>
      <p:sp>
        <p:nvSpPr>
          <p:cNvPr id="3" name="텍스트 개체 틀 2">
            <a:extLst>
              <a:ext uri="{FF2B5EF4-FFF2-40B4-BE49-F238E27FC236}">
                <a16:creationId xmlns:a16="http://schemas.microsoft.com/office/drawing/2014/main" id="{BFEA94A1-E614-4C83-97E7-4191D865958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a:p>
        </p:txBody>
      </p:sp>
      <p:sp>
        <p:nvSpPr>
          <p:cNvPr id="4" name="날짜 개체 틀 3">
            <a:extLst>
              <a:ext uri="{FF2B5EF4-FFF2-40B4-BE49-F238E27FC236}">
                <a16:creationId xmlns:a16="http://schemas.microsoft.com/office/drawing/2014/main" id="{2B4E1FAA-6D6A-4AA7-9C6D-935F7F5DF98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B51CB8E-6F81-4EA9-97B5-248BF9D22C8A}" type="datetimeFigureOut">
              <a:rPr lang="en-US" smtClean="0"/>
              <a:t>2/14/2018</a:t>
            </a:fld>
            <a:endParaRPr lang="en-US"/>
          </a:p>
        </p:txBody>
      </p:sp>
      <p:sp>
        <p:nvSpPr>
          <p:cNvPr id="5" name="바닥글 개체 틀 4">
            <a:extLst>
              <a:ext uri="{FF2B5EF4-FFF2-40B4-BE49-F238E27FC236}">
                <a16:creationId xmlns:a16="http://schemas.microsoft.com/office/drawing/2014/main" id="{CF9DAEA3-9658-4897-9B7E-6310FDF243E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슬라이드 번호 개체 틀 5">
            <a:extLst>
              <a:ext uri="{FF2B5EF4-FFF2-40B4-BE49-F238E27FC236}">
                <a16:creationId xmlns:a16="http://schemas.microsoft.com/office/drawing/2014/main" id="{8B099C83-9D8F-49C9-BAC8-4DA77C413E8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DDC7EB3-5AE8-4FED-A667-9442F52E7975}" type="slidenum">
              <a:rPr lang="en-US" smtClean="0"/>
              <a:t>‹#›</a:t>
            </a:fld>
            <a:endParaRPr lang="en-US"/>
          </a:p>
        </p:txBody>
      </p:sp>
    </p:spTree>
    <p:extLst>
      <p:ext uri="{BB962C8B-B14F-4D97-AF65-F5344CB8AC3E}">
        <p14:creationId xmlns:p14="http://schemas.microsoft.com/office/powerpoint/2010/main" val="176567202"/>
      </p:ext>
    </p:extLst>
  </p:cSld>
  <p:clrMap bg1="lt1" tx1="dk1" bg2="lt2" tx2="dk2" accent1="accent1" accent2="accent2" accent3="accent3" accent4="accent4" accent5="accent5" accent6="accent6" hlink="hlink" folHlink="folHlink"/>
  <p:sldLayoutIdLst>
    <p:sldLayoutId id="2147483829" r:id="rId1"/>
    <p:sldLayoutId id="2147483830" r:id="rId2"/>
    <p:sldLayoutId id="2147483831" r:id="rId3"/>
    <p:sldLayoutId id="2147483832" r:id="rId4"/>
    <p:sldLayoutId id="2147483833" r:id="rId5"/>
    <p:sldLayoutId id="2147483834" r:id="rId6"/>
    <p:sldLayoutId id="2147483835" r:id="rId7"/>
    <p:sldLayoutId id="2147483836" r:id="rId8"/>
    <p:sldLayoutId id="2147483837" r:id="rId9"/>
    <p:sldLayoutId id="2147483838" r:id="rId10"/>
    <p:sldLayoutId id="214748383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3.xml"/><Relationship Id="rId4" Type="http://schemas.openxmlformats.org/officeDocument/2006/relationships/image" Target="../media/image3.sv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8376D051-E4B5-482E-B56D-9743B8F63B61}"/>
              </a:ext>
            </a:extLst>
          </p:cNvPr>
          <p:cNvSpPr>
            <a:spLocks noGrp="1"/>
          </p:cNvSpPr>
          <p:nvPr>
            <p:ph type="ctrTitle"/>
          </p:nvPr>
        </p:nvSpPr>
        <p:spPr>
          <a:xfrm>
            <a:off x="1162975" y="1839318"/>
            <a:ext cx="9866050" cy="820029"/>
          </a:xfrm>
        </p:spPr>
        <p:txBody>
          <a:bodyPr>
            <a:noAutofit/>
          </a:bodyPr>
          <a:lstStyle/>
          <a:p>
            <a:r>
              <a:rPr lang="en-US" dirty="0"/>
              <a:t>Social Network Analysis</a:t>
            </a:r>
          </a:p>
        </p:txBody>
      </p:sp>
      <p:sp>
        <p:nvSpPr>
          <p:cNvPr id="3" name="부제목 2">
            <a:extLst>
              <a:ext uri="{FF2B5EF4-FFF2-40B4-BE49-F238E27FC236}">
                <a16:creationId xmlns:a16="http://schemas.microsoft.com/office/drawing/2014/main" id="{9C1003AF-8E5C-46DF-8B69-6FDCCB43535B}"/>
              </a:ext>
            </a:extLst>
          </p:cNvPr>
          <p:cNvSpPr>
            <a:spLocks noGrp="1"/>
          </p:cNvSpPr>
          <p:nvPr>
            <p:ph type="subTitle" idx="1"/>
          </p:nvPr>
        </p:nvSpPr>
        <p:spPr>
          <a:xfrm>
            <a:off x="3311370" y="5032044"/>
            <a:ext cx="8528482" cy="1655762"/>
          </a:xfrm>
        </p:spPr>
        <p:txBody>
          <a:bodyPr>
            <a:normAutofit fontScale="92500" lnSpcReduction="20000"/>
          </a:bodyPr>
          <a:lstStyle/>
          <a:p>
            <a:pPr algn="r"/>
            <a:r>
              <a:rPr lang="en-US" dirty="0"/>
              <a:t>Prof. </a:t>
            </a:r>
            <a:r>
              <a:rPr lang="en-US" dirty="0" err="1"/>
              <a:t>Keeheon</a:t>
            </a:r>
            <a:r>
              <a:rPr lang="en-US" dirty="0"/>
              <a:t> Lee</a:t>
            </a:r>
          </a:p>
          <a:p>
            <a:pPr algn="r"/>
            <a:endParaRPr lang="en-US" dirty="0"/>
          </a:p>
          <a:p>
            <a:pPr algn="r"/>
            <a:r>
              <a:rPr lang="en-US" dirty="0"/>
              <a:t>TA. </a:t>
            </a:r>
            <a:r>
              <a:rPr lang="en-US" dirty="0" err="1"/>
              <a:t>Jaekeun</a:t>
            </a:r>
            <a:r>
              <a:rPr lang="en-US" dirty="0"/>
              <a:t> Lee</a:t>
            </a:r>
            <a:br>
              <a:rPr lang="en-US" dirty="0"/>
            </a:br>
            <a:r>
              <a:rPr lang="en-US" dirty="0"/>
              <a:t>010-5599-9411</a:t>
            </a:r>
            <a:br>
              <a:rPr lang="en-US" dirty="0"/>
            </a:br>
            <a:r>
              <a:rPr lang="en-US" dirty="0"/>
              <a:t>agdal1125@gmail.com</a:t>
            </a:r>
          </a:p>
        </p:txBody>
      </p:sp>
      <p:sp>
        <p:nvSpPr>
          <p:cNvPr id="4" name="제목 1">
            <a:extLst>
              <a:ext uri="{FF2B5EF4-FFF2-40B4-BE49-F238E27FC236}">
                <a16:creationId xmlns:a16="http://schemas.microsoft.com/office/drawing/2014/main" id="{2FBAF3C4-19D9-4DA7-8BC8-3BB32DC4E825}"/>
              </a:ext>
            </a:extLst>
          </p:cNvPr>
          <p:cNvSpPr txBox="1">
            <a:spLocks/>
          </p:cNvSpPr>
          <p:nvPr/>
        </p:nvSpPr>
        <p:spPr>
          <a:xfrm>
            <a:off x="838200" y="2249333"/>
            <a:ext cx="10515600" cy="1325563"/>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3600" dirty="0"/>
              <a:t>Introduction to Social Network Analysis</a:t>
            </a:r>
          </a:p>
        </p:txBody>
      </p:sp>
    </p:spTree>
    <p:extLst>
      <p:ext uri="{BB962C8B-B14F-4D97-AF65-F5344CB8AC3E}">
        <p14:creationId xmlns:p14="http://schemas.microsoft.com/office/powerpoint/2010/main" val="25793922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제목 4">
            <a:extLst>
              <a:ext uri="{FF2B5EF4-FFF2-40B4-BE49-F238E27FC236}">
                <a16:creationId xmlns:a16="http://schemas.microsoft.com/office/drawing/2014/main" id="{0BFF4308-7F5A-4007-8881-9215BE7FAC8F}"/>
              </a:ext>
            </a:extLst>
          </p:cNvPr>
          <p:cNvSpPr>
            <a:spLocks noGrp="1"/>
          </p:cNvSpPr>
          <p:nvPr>
            <p:ph type="title"/>
          </p:nvPr>
        </p:nvSpPr>
        <p:spPr>
          <a:xfrm>
            <a:off x="838200" y="365125"/>
            <a:ext cx="12451672" cy="1339388"/>
          </a:xfrm>
        </p:spPr>
        <p:txBody>
          <a:bodyPr>
            <a:normAutofit/>
          </a:bodyPr>
          <a:lstStyle/>
          <a:p>
            <a:r>
              <a:rPr lang="en-US" dirty="0"/>
              <a:t>Six Degrees of Separation</a:t>
            </a:r>
          </a:p>
        </p:txBody>
      </p:sp>
      <p:pic>
        <p:nvPicPr>
          <p:cNvPr id="1026" name="Picture 2" descr="Kevin bacon game에 대한 이미지 검색결과">
            <a:extLst>
              <a:ext uri="{FF2B5EF4-FFF2-40B4-BE49-F238E27FC236}">
                <a16:creationId xmlns:a16="http://schemas.microsoft.com/office/drawing/2014/main" id="{3D45723C-67EE-4090-AF25-3BCAEC4EA41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62400" y="3067655"/>
            <a:ext cx="4373732" cy="2870758"/>
          </a:xfrm>
          <a:prstGeom prst="rect">
            <a:avLst/>
          </a:prstGeom>
          <a:noFill/>
          <a:extLst>
            <a:ext uri="{909E8E84-426E-40DD-AFC4-6F175D3DCCD1}">
              <a14:hiddenFill xmlns:a14="http://schemas.microsoft.com/office/drawing/2010/main">
                <a:solidFill>
                  <a:srgbClr val="FFFFFF"/>
                </a:solidFill>
              </a14:hiddenFill>
            </a:ext>
          </a:extLst>
        </p:spPr>
      </p:pic>
      <p:sp>
        <p:nvSpPr>
          <p:cNvPr id="2" name="직사각형 1">
            <a:extLst>
              <a:ext uri="{FF2B5EF4-FFF2-40B4-BE49-F238E27FC236}">
                <a16:creationId xmlns:a16="http://schemas.microsoft.com/office/drawing/2014/main" id="{6F0D53FC-F43A-4861-B13D-76B3AC0F8391}"/>
              </a:ext>
            </a:extLst>
          </p:cNvPr>
          <p:cNvSpPr/>
          <p:nvPr/>
        </p:nvSpPr>
        <p:spPr>
          <a:xfrm>
            <a:off x="8680986" y="5938413"/>
            <a:ext cx="2136559" cy="400110"/>
          </a:xfrm>
          <a:prstGeom prst="rect">
            <a:avLst/>
          </a:prstGeom>
        </p:spPr>
        <p:txBody>
          <a:bodyPr wrap="square">
            <a:spAutoFit/>
          </a:bodyPr>
          <a:lstStyle/>
          <a:p>
            <a:r>
              <a:rPr lang="en-US" sz="2000" i="1" dirty="0"/>
              <a:t>Kevin Bacon Game </a:t>
            </a:r>
          </a:p>
        </p:txBody>
      </p:sp>
      <p:sp>
        <p:nvSpPr>
          <p:cNvPr id="3" name="직사각형 2">
            <a:extLst>
              <a:ext uri="{FF2B5EF4-FFF2-40B4-BE49-F238E27FC236}">
                <a16:creationId xmlns:a16="http://schemas.microsoft.com/office/drawing/2014/main" id="{7AFCAD5D-61AB-4FAF-A3E6-125FE5FC312E}"/>
              </a:ext>
            </a:extLst>
          </p:cNvPr>
          <p:cNvSpPr/>
          <p:nvPr/>
        </p:nvSpPr>
        <p:spPr>
          <a:xfrm>
            <a:off x="10817545" y="6502223"/>
            <a:ext cx="1336904" cy="276999"/>
          </a:xfrm>
          <a:prstGeom prst="rect">
            <a:avLst/>
          </a:prstGeom>
        </p:spPr>
        <p:txBody>
          <a:bodyPr wrap="none">
            <a:spAutoFit/>
          </a:bodyPr>
          <a:lstStyle/>
          <a:p>
            <a:r>
              <a:rPr lang="en-US" sz="1200" i="1" dirty="0"/>
              <a:t>source: </a:t>
            </a:r>
            <a:r>
              <a:rPr lang="en-US" sz="1200" i="1" dirty="0" err="1"/>
              <a:t>Mooseville</a:t>
            </a:r>
            <a:endParaRPr lang="en-US" sz="1200" dirty="0"/>
          </a:p>
        </p:txBody>
      </p:sp>
      <p:sp>
        <p:nvSpPr>
          <p:cNvPr id="4" name="직사각형 3">
            <a:extLst>
              <a:ext uri="{FF2B5EF4-FFF2-40B4-BE49-F238E27FC236}">
                <a16:creationId xmlns:a16="http://schemas.microsoft.com/office/drawing/2014/main" id="{4C2C6BA2-5B88-4692-833B-27E8DDA27143}"/>
              </a:ext>
            </a:extLst>
          </p:cNvPr>
          <p:cNvSpPr/>
          <p:nvPr/>
        </p:nvSpPr>
        <p:spPr>
          <a:xfrm>
            <a:off x="838199" y="1996013"/>
            <a:ext cx="10738283" cy="461665"/>
          </a:xfrm>
          <a:prstGeom prst="rect">
            <a:avLst/>
          </a:prstGeom>
        </p:spPr>
        <p:txBody>
          <a:bodyPr wrap="square">
            <a:spAutoFit/>
          </a:bodyPr>
          <a:lstStyle/>
          <a:p>
            <a:r>
              <a:rPr lang="en-US" sz="2400" dirty="0"/>
              <a:t>Everyone is linked to everybody else through a few highly connected intermediaries</a:t>
            </a:r>
          </a:p>
        </p:txBody>
      </p:sp>
      <p:sp>
        <p:nvSpPr>
          <p:cNvPr id="7" name="직사각형 6">
            <a:extLst>
              <a:ext uri="{FF2B5EF4-FFF2-40B4-BE49-F238E27FC236}">
                <a16:creationId xmlns:a16="http://schemas.microsoft.com/office/drawing/2014/main" id="{43CF1F2F-52EB-4733-A686-082E190675BD}"/>
              </a:ext>
            </a:extLst>
          </p:cNvPr>
          <p:cNvSpPr/>
          <p:nvPr/>
        </p:nvSpPr>
        <p:spPr>
          <a:xfrm>
            <a:off x="2064152" y="5728732"/>
            <a:ext cx="3392646" cy="400110"/>
          </a:xfrm>
          <a:prstGeom prst="rect">
            <a:avLst/>
          </a:prstGeom>
        </p:spPr>
        <p:txBody>
          <a:bodyPr wrap="square">
            <a:spAutoFit/>
          </a:bodyPr>
          <a:lstStyle/>
          <a:p>
            <a:r>
              <a:rPr lang="en-US" sz="2000" i="1" dirty="0"/>
              <a:t>Six Degrees of Separation</a:t>
            </a:r>
          </a:p>
        </p:txBody>
      </p:sp>
      <p:sp>
        <p:nvSpPr>
          <p:cNvPr id="6" name="타원 5">
            <a:extLst>
              <a:ext uri="{FF2B5EF4-FFF2-40B4-BE49-F238E27FC236}">
                <a16:creationId xmlns:a16="http://schemas.microsoft.com/office/drawing/2014/main" id="{07922A7E-D847-4B2E-AB8E-E828D5DA522E}"/>
              </a:ext>
            </a:extLst>
          </p:cNvPr>
          <p:cNvSpPr/>
          <p:nvPr/>
        </p:nvSpPr>
        <p:spPr>
          <a:xfrm>
            <a:off x="144180" y="4589755"/>
            <a:ext cx="798990" cy="79899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You</a:t>
            </a:r>
          </a:p>
        </p:txBody>
      </p:sp>
      <p:sp>
        <p:nvSpPr>
          <p:cNvPr id="9" name="타원 8">
            <a:extLst>
              <a:ext uri="{FF2B5EF4-FFF2-40B4-BE49-F238E27FC236}">
                <a16:creationId xmlns:a16="http://schemas.microsoft.com/office/drawing/2014/main" id="{24863CAB-1F9C-44D4-AD8E-AA7B62F20AC3}"/>
              </a:ext>
            </a:extLst>
          </p:cNvPr>
          <p:cNvSpPr/>
          <p:nvPr/>
        </p:nvSpPr>
        <p:spPr>
          <a:xfrm>
            <a:off x="1139240" y="4589755"/>
            <a:ext cx="798990" cy="79899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dirty="0"/>
          </a:p>
        </p:txBody>
      </p:sp>
      <p:sp>
        <p:nvSpPr>
          <p:cNvPr id="10" name="타원 9">
            <a:extLst>
              <a:ext uri="{FF2B5EF4-FFF2-40B4-BE49-F238E27FC236}">
                <a16:creationId xmlns:a16="http://schemas.microsoft.com/office/drawing/2014/main" id="{E8C87534-ED8A-429D-AE56-282F3CD362ED}"/>
              </a:ext>
            </a:extLst>
          </p:cNvPr>
          <p:cNvSpPr/>
          <p:nvPr/>
        </p:nvSpPr>
        <p:spPr>
          <a:xfrm>
            <a:off x="2134300" y="4589755"/>
            <a:ext cx="798990" cy="79899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dirty="0"/>
          </a:p>
        </p:txBody>
      </p:sp>
      <p:sp>
        <p:nvSpPr>
          <p:cNvPr id="11" name="타원 10">
            <a:extLst>
              <a:ext uri="{FF2B5EF4-FFF2-40B4-BE49-F238E27FC236}">
                <a16:creationId xmlns:a16="http://schemas.microsoft.com/office/drawing/2014/main" id="{3879EC57-C0B1-4D73-ABE2-362695A2E703}"/>
              </a:ext>
            </a:extLst>
          </p:cNvPr>
          <p:cNvSpPr/>
          <p:nvPr/>
        </p:nvSpPr>
        <p:spPr>
          <a:xfrm>
            <a:off x="3129360" y="4589755"/>
            <a:ext cx="798990" cy="79899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dirty="0"/>
          </a:p>
        </p:txBody>
      </p:sp>
      <p:sp>
        <p:nvSpPr>
          <p:cNvPr id="13" name="타원 12">
            <a:extLst>
              <a:ext uri="{FF2B5EF4-FFF2-40B4-BE49-F238E27FC236}">
                <a16:creationId xmlns:a16="http://schemas.microsoft.com/office/drawing/2014/main" id="{15F20D36-967B-4F0C-8B14-C3ECAEDD9FE2}"/>
              </a:ext>
            </a:extLst>
          </p:cNvPr>
          <p:cNvSpPr/>
          <p:nvPr/>
        </p:nvSpPr>
        <p:spPr>
          <a:xfrm>
            <a:off x="4124420" y="4589755"/>
            <a:ext cx="798990" cy="79899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dirty="0"/>
          </a:p>
        </p:txBody>
      </p:sp>
      <p:grpSp>
        <p:nvGrpSpPr>
          <p:cNvPr id="15" name="그룹 14">
            <a:extLst>
              <a:ext uri="{FF2B5EF4-FFF2-40B4-BE49-F238E27FC236}">
                <a16:creationId xmlns:a16="http://schemas.microsoft.com/office/drawing/2014/main" id="{47C24C90-482A-433F-9585-944DAF6C264D}"/>
              </a:ext>
            </a:extLst>
          </p:cNvPr>
          <p:cNvGrpSpPr/>
          <p:nvPr/>
        </p:nvGrpSpPr>
        <p:grpSpPr>
          <a:xfrm>
            <a:off x="6096000" y="4412582"/>
            <a:ext cx="1153336" cy="1153336"/>
            <a:chOff x="5414005" y="4412582"/>
            <a:chExt cx="1153336" cy="1153336"/>
          </a:xfrm>
        </p:grpSpPr>
        <p:sp>
          <p:nvSpPr>
            <p:cNvPr id="14" name="타원 13">
              <a:extLst>
                <a:ext uri="{FF2B5EF4-FFF2-40B4-BE49-F238E27FC236}">
                  <a16:creationId xmlns:a16="http://schemas.microsoft.com/office/drawing/2014/main" id="{06BA1969-7E1B-4313-BA85-2A190D0637C6}"/>
                </a:ext>
              </a:extLst>
            </p:cNvPr>
            <p:cNvSpPr/>
            <p:nvPr/>
          </p:nvSpPr>
          <p:spPr>
            <a:xfrm>
              <a:off x="5414005" y="4412582"/>
              <a:ext cx="1153336" cy="1153336"/>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sz="1400" dirty="0"/>
            </a:p>
          </p:txBody>
        </p:sp>
        <p:sp>
          <p:nvSpPr>
            <p:cNvPr id="8" name="직사각형 7">
              <a:extLst>
                <a:ext uri="{FF2B5EF4-FFF2-40B4-BE49-F238E27FC236}">
                  <a16:creationId xmlns:a16="http://schemas.microsoft.com/office/drawing/2014/main" id="{21D7F2B5-DDF1-4867-B1B0-58F84CF02F04}"/>
                </a:ext>
              </a:extLst>
            </p:cNvPr>
            <p:cNvSpPr/>
            <p:nvPr/>
          </p:nvSpPr>
          <p:spPr>
            <a:xfrm>
              <a:off x="5496910" y="4689146"/>
              <a:ext cx="1023037" cy="646331"/>
            </a:xfrm>
            <a:prstGeom prst="rect">
              <a:avLst/>
            </a:prstGeom>
          </p:spPr>
          <p:txBody>
            <a:bodyPr wrap="none">
              <a:spAutoFit/>
            </a:bodyPr>
            <a:lstStyle/>
            <a:p>
              <a:pPr algn="ctr"/>
              <a:r>
                <a:rPr lang="en-US" dirty="0">
                  <a:solidFill>
                    <a:schemeClr val="bg1"/>
                  </a:solidFill>
                </a:rPr>
                <a:t>Random </a:t>
              </a:r>
            </a:p>
            <a:p>
              <a:pPr algn="ctr"/>
              <a:r>
                <a:rPr lang="en-US" dirty="0">
                  <a:solidFill>
                    <a:schemeClr val="bg1"/>
                  </a:solidFill>
                </a:rPr>
                <a:t>Person</a:t>
              </a:r>
            </a:p>
          </p:txBody>
        </p:sp>
      </p:grpSp>
      <p:sp>
        <p:nvSpPr>
          <p:cNvPr id="17" name="타원 16">
            <a:extLst>
              <a:ext uri="{FF2B5EF4-FFF2-40B4-BE49-F238E27FC236}">
                <a16:creationId xmlns:a16="http://schemas.microsoft.com/office/drawing/2014/main" id="{F176C184-AC2B-4E68-85E0-2A63CB19C812}"/>
              </a:ext>
            </a:extLst>
          </p:cNvPr>
          <p:cNvSpPr/>
          <p:nvPr/>
        </p:nvSpPr>
        <p:spPr>
          <a:xfrm>
            <a:off x="5119480" y="4589755"/>
            <a:ext cx="798990" cy="79899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dirty="0"/>
          </a:p>
        </p:txBody>
      </p:sp>
      <p:pic>
        <p:nvPicPr>
          <p:cNvPr id="18" name="그래픽 17" descr="오른쪽으로 굽은 화살표">
            <a:extLst>
              <a:ext uri="{FF2B5EF4-FFF2-40B4-BE49-F238E27FC236}">
                <a16:creationId xmlns:a16="http://schemas.microsoft.com/office/drawing/2014/main" id="{CD48C5F6-CAC0-495F-BFB1-14BBC51FFC58}"/>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18844487">
            <a:off x="784431" y="4066008"/>
            <a:ext cx="556994" cy="556994"/>
          </a:xfrm>
          <a:prstGeom prst="rect">
            <a:avLst/>
          </a:prstGeom>
        </p:spPr>
      </p:pic>
      <p:pic>
        <p:nvPicPr>
          <p:cNvPr id="20" name="그래픽 19" descr="오른쪽으로 굽은 화살표">
            <a:extLst>
              <a:ext uri="{FF2B5EF4-FFF2-40B4-BE49-F238E27FC236}">
                <a16:creationId xmlns:a16="http://schemas.microsoft.com/office/drawing/2014/main" id="{79C86BDD-029E-454E-8669-82038D1F9498}"/>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18844487">
            <a:off x="1764708" y="4066008"/>
            <a:ext cx="556994" cy="556994"/>
          </a:xfrm>
          <a:prstGeom prst="rect">
            <a:avLst/>
          </a:prstGeom>
        </p:spPr>
      </p:pic>
      <p:pic>
        <p:nvPicPr>
          <p:cNvPr id="21" name="그래픽 20" descr="오른쪽으로 굽은 화살표">
            <a:extLst>
              <a:ext uri="{FF2B5EF4-FFF2-40B4-BE49-F238E27FC236}">
                <a16:creationId xmlns:a16="http://schemas.microsoft.com/office/drawing/2014/main" id="{BDAB7830-0680-4FDB-B4E4-08D27B9A8DF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18844487">
            <a:off x="2744985" y="4066009"/>
            <a:ext cx="556994" cy="556994"/>
          </a:xfrm>
          <a:prstGeom prst="rect">
            <a:avLst/>
          </a:prstGeom>
        </p:spPr>
      </p:pic>
      <p:pic>
        <p:nvPicPr>
          <p:cNvPr id="22" name="그래픽 21" descr="오른쪽으로 굽은 화살표">
            <a:extLst>
              <a:ext uri="{FF2B5EF4-FFF2-40B4-BE49-F238E27FC236}">
                <a16:creationId xmlns:a16="http://schemas.microsoft.com/office/drawing/2014/main" id="{D2C90F08-623E-4164-B157-7143E75232DC}"/>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18844487">
            <a:off x="3725262" y="4066009"/>
            <a:ext cx="556994" cy="556994"/>
          </a:xfrm>
          <a:prstGeom prst="rect">
            <a:avLst/>
          </a:prstGeom>
        </p:spPr>
      </p:pic>
      <p:pic>
        <p:nvPicPr>
          <p:cNvPr id="23" name="그래픽 22" descr="오른쪽으로 굽은 화살표">
            <a:extLst>
              <a:ext uri="{FF2B5EF4-FFF2-40B4-BE49-F238E27FC236}">
                <a16:creationId xmlns:a16="http://schemas.microsoft.com/office/drawing/2014/main" id="{DE30ABEC-A886-4EF2-8018-249C471FD53B}"/>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18844487">
            <a:off x="4705539" y="4066009"/>
            <a:ext cx="556994" cy="556994"/>
          </a:xfrm>
          <a:prstGeom prst="rect">
            <a:avLst/>
          </a:prstGeom>
        </p:spPr>
      </p:pic>
      <p:pic>
        <p:nvPicPr>
          <p:cNvPr id="24" name="그래픽 23" descr="오른쪽으로 굽은 화살표">
            <a:extLst>
              <a:ext uri="{FF2B5EF4-FFF2-40B4-BE49-F238E27FC236}">
                <a16:creationId xmlns:a16="http://schemas.microsoft.com/office/drawing/2014/main" id="{4B4E4BF4-F3DF-4A33-9BCB-15FE463569C3}"/>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18844487">
            <a:off x="5685815" y="4066009"/>
            <a:ext cx="556994" cy="556994"/>
          </a:xfrm>
          <a:prstGeom prst="rect">
            <a:avLst/>
          </a:prstGeom>
        </p:spPr>
      </p:pic>
      <p:sp>
        <p:nvSpPr>
          <p:cNvPr id="19" name="직사각형 18">
            <a:extLst>
              <a:ext uri="{FF2B5EF4-FFF2-40B4-BE49-F238E27FC236}">
                <a16:creationId xmlns:a16="http://schemas.microsoft.com/office/drawing/2014/main" id="{563B316A-331D-40FE-AB00-40311B2D130F}"/>
              </a:ext>
            </a:extLst>
          </p:cNvPr>
          <p:cNvSpPr/>
          <p:nvPr/>
        </p:nvSpPr>
        <p:spPr>
          <a:xfrm>
            <a:off x="912085" y="3766036"/>
            <a:ext cx="301686" cy="369332"/>
          </a:xfrm>
          <a:prstGeom prst="rect">
            <a:avLst/>
          </a:prstGeom>
        </p:spPr>
        <p:txBody>
          <a:bodyPr wrap="square">
            <a:spAutoFit/>
          </a:bodyPr>
          <a:lstStyle/>
          <a:p>
            <a:r>
              <a:rPr lang="en-US" dirty="0"/>
              <a:t>1</a:t>
            </a:r>
          </a:p>
        </p:txBody>
      </p:sp>
      <p:sp>
        <p:nvSpPr>
          <p:cNvPr id="26" name="직사각형 25">
            <a:extLst>
              <a:ext uri="{FF2B5EF4-FFF2-40B4-BE49-F238E27FC236}">
                <a16:creationId xmlns:a16="http://schemas.microsoft.com/office/drawing/2014/main" id="{A6BD8CF6-AC72-466B-8A38-9E8DE10BA9D1}"/>
              </a:ext>
            </a:extLst>
          </p:cNvPr>
          <p:cNvSpPr/>
          <p:nvPr/>
        </p:nvSpPr>
        <p:spPr>
          <a:xfrm>
            <a:off x="1876694" y="3766036"/>
            <a:ext cx="301686" cy="369332"/>
          </a:xfrm>
          <a:prstGeom prst="rect">
            <a:avLst/>
          </a:prstGeom>
        </p:spPr>
        <p:txBody>
          <a:bodyPr wrap="square">
            <a:spAutoFit/>
          </a:bodyPr>
          <a:lstStyle/>
          <a:p>
            <a:r>
              <a:rPr lang="en-US" dirty="0"/>
              <a:t>2</a:t>
            </a:r>
          </a:p>
        </p:txBody>
      </p:sp>
      <p:sp>
        <p:nvSpPr>
          <p:cNvPr id="27" name="직사각형 26">
            <a:extLst>
              <a:ext uri="{FF2B5EF4-FFF2-40B4-BE49-F238E27FC236}">
                <a16:creationId xmlns:a16="http://schemas.microsoft.com/office/drawing/2014/main" id="{EE89895F-F53D-49EB-97A9-64DB3DC7BC02}"/>
              </a:ext>
            </a:extLst>
          </p:cNvPr>
          <p:cNvSpPr/>
          <p:nvPr/>
        </p:nvSpPr>
        <p:spPr>
          <a:xfrm>
            <a:off x="2841303" y="3766036"/>
            <a:ext cx="301686" cy="369332"/>
          </a:xfrm>
          <a:prstGeom prst="rect">
            <a:avLst/>
          </a:prstGeom>
        </p:spPr>
        <p:txBody>
          <a:bodyPr wrap="square">
            <a:spAutoFit/>
          </a:bodyPr>
          <a:lstStyle/>
          <a:p>
            <a:r>
              <a:rPr lang="en-US" dirty="0"/>
              <a:t>3</a:t>
            </a:r>
          </a:p>
        </p:txBody>
      </p:sp>
      <p:sp>
        <p:nvSpPr>
          <p:cNvPr id="28" name="직사각형 27">
            <a:extLst>
              <a:ext uri="{FF2B5EF4-FFF2-40B4-BE49-F238E27FC236}">
                <a16:creationId xmlns:a16="http://schemas.microsoft.com/office/drawing/2014/main" id="{3E6E37C4-D08F-4475-BB13-BC206879BD93}"/>
              </a:ext>
            </a:extLst>
          </p:cNvPr>
          <p:cNvSpPr/>
          <p:nvPr/>
        </p:nvSpPr>
        <p:spPr>
          <a:xfrm>
            <a:off x="3857335" y="3766036"/>
            <a:ext cx="301686" cy="369332"/>
          </a:xfrm>
          <a:prstGeom prst="rect">
            <a:avLst/>
          </a:prstGeom>
        </p:spPr>
        <p:txBody>
          <a:bodyPr wrap="square">
            <a:spAutoFit/>
          </a:bodyPr>
          <a:lstStyle/>
          <a:p>
            <a:r>
              <a:rPr lang="en-US" dirty="0"/>
              <a:t>4</a:t>
            </a:r>
          </a:p>
        </p:txBody>
      </p:sp>
      <p:sp>
        <p:nvSpPr>
          <p:cNvPr id="29" name="직사각형 28">
            <a:extLst>
              <a:ext uri="{FF2B5EF4-FFF2-40B4-BE49-F238E27FC236}">
                <a16:creationId xmlns:a16="http://schemas.microsoft.com/office/drawing/2014/main" id="{EBD8E530-60EF-4350-8F55-0F39950C7AF3}"/>
              </a:ext>
            </a:extLst>
          </p:cNvPr>
          <p:cNvSpPr/>
          <p:nvPr/>
        </p:nvSpPr>
        <p:spPr>
          <a:xfrm>
            <a:off x="4821944" y="3766036"/>
            <a:ext cx="301686" cy="369332"/>
          </a:xfrm>
          <a:prstGeom prst="rect">
            <a:avLst/>
          </a:prstGeom>
        </p:spPr>
        <p:txBody>
          <a:bodyPr wrap="square">
            <a:spAutoFit/>
          </a:bodyPr>
          <a:lstStyle/>
          <a:p>
            <a:r>
              <a:rPr lang="en-US" dirty="0"/>
              <a:t>5</a:t>
            </a:r>
          </a:p>
        </p:txBody>
      </p:sp>
      <p:sp>
        <p:nvSpPr>
          <p:cNvPr id="30" name="직사각형 29">
            <a:extLst>
              <a:ext uri="{FF2B5EF4-FFF2-40B4-BE49-F238E27FC236}">
                <a16:creationId xmlns:a16="http://schemas.microsoft.com/office/drawing/2014/main" id="{82D91E71-0F9B-47A9-88AE-90C7384D3640}"/>
              </a:ext>
            </a:extLst>
          </p:cNvPr>
          <p:cNvSpPr/>
          <p:nvPr/>
        </p:nvSpPr>
        <p:spPr>
          <a:xfrm>
            <a:off x="5786553" y="3766036"/>
            <a:ext cx="301686" cy="369332"/>
          </a:xfrm>
          <a:prstGeom prst="rect">
            <a:avLst/>
          </a:prstGeom>
        </p:spPr>
        <p:txBody>
          <a:bodyPr wrap="square">
            <a:spAutoFit/>
          </a:bodyPr>
          <a:lstStyle/>
          <a:p>
            <a:r>
              <a:rPr lang="en-US" dirty="0">
                <a:solidFill>
                  <a:srgbClr val="FF0000"/>
                </a:solidFill>
              </a:rPr>
              <a:t>6</a:t>
            </a:r>
          </a:p>
        </p:txBody>
      </p:sp>
    </p:spTree>
    <p:extLst>
      <p:ext uri="{BB962C8B-B14F-4D97-AF65-F5344CB8AC3E}">
        <p14:creationId xmlns:p14="http://schemas.microsoft.com/office/powerpoint/2010/main" val="42253969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2CA649AB-62F0-4D13-A249-AB6A8987FAFE}"/>
              </a:ext>
            </a:extLst>
          </p:cNvPr>
          <p:cNvSpPr>
            <a:spLocks noGrp="1"/>
          </p:cNvSpPr>
          <p:nvPr>
            <p:ph type="title"/>
          </p:nvPr>
        </p:nvSpPr>
        <p:spPr>
          <a:xfrm>
            <a:off x="838200" y="60250"/>
            <a:ext cx="10515600" cy="1325563"/>
          </a:xfrm>
        </p:spPr>
        <p:txBody>
          <a:bodyPr/>
          <a:lstStyle/>
          <a:p>
            <a:r>
              <a:rPr lang="en-US" dirty="0"/>
              <a:t>Social Network Analysis</a:t>
            </a:r>
          </a:p>
        </p:txBody>
      </p:sp>
      <p:pic>
        <p:nvPicPr>
          <p:cNvPr id="8" name="그림 7">
            <a:extLst>
              <a:ext uri="{FF2B5EF4-FFF2-40B4-BE49-F238E27FC236}">
                <a16:creationId xmlns:a16="http://schemas.microsoft.com/office/drawing/2014/main" id="{2BE4CF25-0D40-4DCF-98A3-76A098E37F36}"/>
              </a:ext>
            </a:extLst>
          </p:cNvPr>
          <p:cNvPicPr>
            <a:picLocks noChangeAspect="1"/>
          </p:cNvPicPr>
          <p:nvPr/>
        </p:nvPicPr>
        <p:blipFill>
          <a:blip r:embed="rId2"/>
          <a:stretch>
            <a:fillRect/>
          </a:stretch>
        </p:blipFill>
        <p:spPr>
          <a:xfrm>
            <a:off x="0" y="2095499"/>
            <a:ext cx="5715000" cy="3943350"/>
          </a:xfrm>
          <a:prstGeom prst="rect">
            <a:avLst/>
          </a:prstGeom>
        </p:spPr>
      </p:pic>
      <p:pic>
        <p:nvPicPr>
          <p:cNvPr id="13" name="그림 12">
            <a:extLst>
              <a:ext uri="{FF2B5EF4-FFF2-40B4-BE49-F238E27FC236}">
                <a16:creationId xmlns:a16="http://schemas.microsoft.com/office/drawing/2014/main" id="{6369B09B-BF3C-4809-BE7B-EA4041460030}"/>
              </a:ext>
            </a:extLst>
          </p:cNvPr>
          <p:cNvPicPr>
            <a:picLocks noChangeAspect="1"/>
          </p:cNvPicPr>
          <p:nvPr/>
        </p:nvPicPr>
        <p:blipFill>
          <a:blip r:embed="rId3"/>
          <a:stretch>
            <a:fillRect/>
          </a:stretch>
        </p:blipFill>
        <p:spPr>
          <a:xfrm>
            <a:off x="5903751" y="2229324"/>
            <a:ext cx="6040566" cy="3809525"/>
          </a:xfrm>
          <a:prstGeom prst="rect">
            <a:avLst/>
          </a:prstGeom>
        </p:spPr>
      </p:pic>
      <p:sp>
        <p:nvSpPr>
          <p:cNvPr id="20" name="직사각형 19">
            <a:extLst>
              <a:ext uri="{FF2B5EF4-FFF2-40B4-BE49-F238E27FC236}">
                <a16:creationId xmlns:a16="http://schemas.microsoft.com/office/drawing/2014/main" id="{E28D416D-B4E6-4F2E-B7C8-B73B5B7280DB}"/>
              </a:ext>
            </a:extLst>
          </p:cNvPr>
          <p:cNvSpPr/>
          <p:nvPr/>
        </p:nvSpPr>
        <p:spPr>
          <a:xfrm>
            <a:off x="838199" y="1350578"/>
            <a:ext cx="10810875" cy="923330"/>
          </a:xfrm>
          <a:prstGeom prst="rect">
            <a:avLst/>
          </a:prstGeom>
        </p:spPr>
        <p:txBody>
          <a:bodyPr wrap="square">
            <a:spAutoFit/>
          </a:bodyPr>
          <a:lstStyle/>
          <a:p>
            <a:r>
              <a:rPr lang="en-US" dirty="0"/>
              <a:t>Network Analysis became an institutionalized, transdisciplinary perspective whose basic concepts are widely familiar and used by researchers across diverse field of studies: economics, anthropology, information science, biology, sociology, </a:t>
            </a:r>
            <a:r>
              <a:rPr lang="en-US" dirty="0" err="1"/>
              <a:t>etc</a:t>
            </a:r>
            <a:endParaRPr lang="en-US" dirty="0"/>
          </a:p>
        </p:txBody>
      </p:sp>
    </p:spTree>
    <p:extLst>
      <p:ext uri="{BB962C8B-B14F-4D97-AF65-F5344CB8AC3E}">
        <p14:creationId xmlns:p14="http://schemas.microsoft.com/office/powerpoint/2010/main" val="12061033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D71898D3-4487-4DCA-A385-704052AC640A}"/>
              </a:ext>
            </a:extLst>
          </p:cNvPr>
          <p:cNvSpPr>
            <a:spLocks noGrp="1"/>
          </p:cNvSpPr>
          <p:nvPr>
            <p:ph type="title"/>
          </p:nvPr>
        </p:nvSpPr>
        <p:spPr/>
        <p:txBody>
          <a:bodyPr/>
          <a:lstStyle/>
          <a:p>
            <a:r>
              <a:rPr lang="en-US" dirty="0"/>
              <a:t>Development of Social Network Analysis</a:t>
            </a:r>
          </a:p>
        </p:txBody>
      </p:sp>
      <p:sp>
        <p:nvSpPr>
          <p:cNvPr id="3" name="내용 개체 틀 2">
            <a:extLst>
              <a:ext uri="{FF2B5EF4-FFF2-40B4-BE49-F238E27FC236}">
                <a16:creationId xmlns:a16="http://schemas.microsoft.com/office/drawing/2014/main" id="{B8FE186F-792E-47DB-8CE2-C747C1DAC9F0}"/>
              </a:ext>
            </a:extLst>
          </p:cNvPr>
          <p:cNvSpPr>
            <a:spLocks noGrp="1"/>
          </p:cNvSpPr>
          <p:nvPr>
            <p:ph idx="1"/>
          </p:nvPr>
        </p:nvSpPr>
        <p:spPr>
          <a:xfrm>
            <a:off x="838200" y="1825625"/>
            <a:ext cx="5781675" cy="4351338"/>
          </a:xfrm>
        </p:spPr>
        <p:txBody>
          <a:bodyPr>
            <a:normAutofit/>
          </a:bodyPr>
          <a:lstStyle/>
          <a:p>
            <a:r>
              <a:rPr lang="en-US" sz="1800" dirty="0"/>
              <a:t>It was in the 1930s that specifically network thinking emerged as a distinct approach to social structure. (John Scott &amp; Freeman)</a:t>
            </a:r>
          </a:p>
          <a:p>
            <a:endParaRPr lang="en-US" sz="1800" dirty="0"/>
          </a:p>
          <a:p>
            <a:r>
              <a:rPr lang="en-US" sz="1800" dirty="0"/>
              <a:t>German social theorist influenced by Georg Simmel adopted his emphasis on formal properties of social interaction to construct “formal sociology”, that investigated social relations produced through the interweaving of social encounters</a:t>
            </a:r>
          </a:p>
          <a:p>
            <a:endParaRPr lang="en-US" sz="1800" dirty="0"/>
          </a:p>
          <a:p>
            <a:r>
              <a:rPr lang="en-US" sz="1800" dirty="0"/>
              <a:t>Alfred </a:t>
            </a:r>
            <a:r>
              <a:rPr lang="en-US" sz="1800" dirty="0" err="1"/>
              <a:t>Vierkandt</a:t>
            </a:r>
            <a:r>
              <a:rPr lang="en-US" sz="1800" dirty="0"/>
              <a:t> and Leopold von Wiese explicitly used the terminology of points, lines and connections to describe social relations</a:t>
            </a:r>
          </a:p>
          <a:p>
            <a:endParaRPr lang="en-US" sz="1800" dirty="0"/>
          </a:p>
          <a:p>
            <a:endParaRPr lang="en-US" sz="1800" dirty="0"/>
          </a:p>
          <a:p>
            <a:endParaRPr lang="en-US" sz="1800" dirty="0"/>
          </a:p>
        </p:txBody>
      </p:sp>
      <p:pic>
        <p:nvPicPr>
          <p:cNvPr id="5" name="Picture 2" descr="Image result for alfred vierkandt leopold von wiese">
            <a:extLst>
              <a:ext uri="{FF2B5EF4-FFF2-40B4-BE49-F238E27FC236}">
                <a16:creationId xmlns:a16="http://schemas.microsoft.com/office/drawing/2014/main" id="{6AE48ED5-9D5F-429C-AB17-D236BE8FA52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465512" y="4429125"/>
            <a:ext cx="1203662" cy="1747838"/>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86F91903-DEA5-40FE-A429-CBD18059C533}"/>
              </a:ext>
            </a:extLst>
          </p:cNvPr>
          <p:cNvSpPr txBox="1"/>
          <p:nvPr/>
        </p:nvSpPr>
        <p:spPr>
          <a:xfrm>
            <a:off x="8376609" y="6259709"/>
            <a:ext cx="1381468" cy="307777"/>
          </a:xfrm>
          <a:prstGeom prst="rect">
            <a:avLst/>
          </a:prstGeom>
          <a:noFill/>
        </p:spPr>
        <p:txBody>
          <a:bodyPr wrap="none" rtlCol="0">
            <a:spAutoFit/>
          </a:bodyPr>
          <a:lstStyle/>
          <a:p>
            <a:r>
              <a:rPr lang="en-US" sz="1400" dirty="0"/>
              <a:t>Alfred </a:t>
            </a:r>
            <a:r>
              <a:rPr lang="en-US" sz="1400" dirty="0" err="1"/>
              <a:t>Vierkandt</a:t>
            </a:r>
            <a:endParaRPr lang="en-US" sz="1400" dirty="0"/>
          </a:p>
        </p:txBody>
      </p:sp>
      <p:pic>
        <p:nvPicPr>
          <p:cNvPr id="6" name="그림 5">
            <a:extLst>
              <a:ext uri="{FF2B5EF4-FFF2-40B4-BE49-F238E27FC236}">
                <a16:creationId xmlns:a16="http://schemas.microsoft.com/office/drawing/2014/main" id="{CAD28805-56C0-4AB6-8E9D-643C161DBEF4}"/>
              </a:ext>
            </a:extLst>
          </p:cNvPr>
          <p:cNvPicPr>
            <a:picLocks noChangeAspect="1"/>
          </p:cNvPicPr>
          <p:nvPr/>
        </p:nvPicPr>
        <p:blipFill>
          <a:blip r:embed="rId3"/>
          <a:stretch>
            <a:fillRect/>
          </a:stretch>
        </p:blipFill>
        <p:spPr>
          <a:xfrm>
            <a:off x="8171993" y="1481137"/>
            <a:ext cx="1790700" cy="2390775"/>
          </a:xfrm>
          <a:prstGeom prst="rect">
            <a:avLst/>
          </a:prstGeom>
        </p:spPr>
      </p:pic>
      <p:sp>
        <p:nvSpPr>
          <p:cNvPr id="8" name="TextBox 7">
            <a:extLst>
              <a:ext uri="{FF2B5EF4-FFF2-40B4-BE49-F238E27FC236}">
                <a16:creationId xmlns:a16="http://schemas.microsoft.com/office/drawing/2014/main" id="{6E5E694E-7147-4E19-824D-481D5AA05C99}"/>
              </a:ext>
            </a:extLst>
          </p:cNvPr>
          <p:cNvSpPr txBox="1"/>
          <p:nvPr/>
        </p:nvSpPr>
        <p:spPr>
          <a:xfrm>
            <a:off x="7359504" y="3884713"/>
            <a:ext cx="3415679" cy="307777"/>
          </a:xfrm>
          <a:prstGeom prst="rect">
            <a:avLst/>
          </a:prstGeom>
          <a:noFill/>
        </p:spPr>
        <p:txBody>
          <a:bodyPr wrap="none" rtlCol="0">
            <a:spAutoFit/>
          </a:bodyPr>
          <a:lstStyle/>
          <a:p>
            <a:r>
              <a:rPr lang="en-US" sz="1400" dirty="0"/>
              <a:t>Georg Simmel – Founder of formal sociology</a:t>
            </a:r>
          </a:p>
        </p:txBody>
      </p:sp>
    </p:spTree>
    <p:extLst>
      <p:ext uri="{BB962C8B-B14F-4D97-AF65-F5344CB8AC3E}">
        <p14:creationId xmlns:p14="http://schemas.microsoft.com/office/powerpoint/2010/main" val="26929363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D71898D3-4487-4DCA-A385-704052AC640A}"/>
              </a:ext>
            </a:extLst>
          </p:cNvPr>
          <p:cNvSpPr>
            <a:spLocks noGrp="1"/>
          </p:cNvSpPr>
          <p:nvPr>
            <p:ph type="title"/>
          </p:nvPr>
        </p:nvSpPr>
        <p:spPr/>
        <p:txBody>
          <a:bodyPr/>
          <a:lstStyle/>
          <a:p>
            <a:r>
              <a:rPr lang="en-US" dirty="0"/>
              <a:t>Development of Social Network Analysis</a:t>
            </a:r>
          </a:p>
        </p:txBody>
      </p:sp>
      <p:sp>
        <p:nvSpPr>
          <p:cNvPr id="3" name="내용 개체 틀 2">
            <a:extLst>
              <a:ext uri="{FF2B5EF4-FFF2-40B4-BE49-F238E27FC236}">
                <a16:creationId xmlns:a16="http://schemas.microsoft.com/office/drawing/2014/main" id="{B8FE186F-792E-47DB-8CE2-C747C1DAC9F0}"/>
              </a:ext>
            </a:extLst>
          </p:cNvPr>
          <p:cNvSpPr>
            <a:spLocks noGrp="1"/>
          </p:cNvSpPr>
          <p:nvPr>
            <p:ph idx="1"/>
          </p:nvPr>
        </p:nvSpPr>
        <p:spPr>
          <a:xfrm>
            <a:off x="420950" y="1772359"/>
            <a:ext cx="6548021" cy="4351338"/>
          </a:xfrm>
        </p:spPr>
        <p:txBody>
          <a:bodyPr>
            <a:normAutofit fontScale="62500" lnSpcReduction="20000"/>
          </a:bodyPr>
          <a:lstStyle/>
          <a:p>
            <a:r>
              <a:rPr lang="en-US" dirty="0"/>
              <a:t>Moreno and Lewin contributed to investigating “field” or “space” of social relations and its network characteristics. Moreno gave his approach a name; “sociometry”, a method of depicting social structures as network diagrams (sociograms)</a:t>
            </a:r>
          </a:p>
          <a:p>
            <a:endParaRPr lang="en-US" dirty="0"/>
          </a:p>
          <a:p>
            <a:r>
              <a:rPr lang="en-US" dirty="0"/>
              <a:t>Sociometry became a major field of investigation in education and social psychology where it gave rise to the approach called “group dynamics” and </a:t>
            </a:r>
            <a:r>
              <a:rPr lang="en-US" dirty="0" err="1"/>
              <a:t>Harary</a:t>
            </a:r>
            <a:r>
              <a:rPr lang="en-US" dirty="0"/>
              <a:t> and Norman strongly developed this “group dynamics”</a:t>
            </a:r>
          </a:p>
          <a:p>
            <a:endParaRPr lang="en-US" dirty="0"/>
          </a:p>
          <a:p>
            <a:r>
              <a:rPr lang="en-US" dirty="0"/>
              <a:t>Lundberg and Steele introduced these idea to American sociology.</a:t>
            </a:r>
          </a:p>
          <a:p>
            <a:endParaRPr lang="en-US" dirty="0"/>
          </a:p>
          <a:p>
            <a:r>
              <a:rPr lang="en-US" dirty="0"/>
              <a:t>Lloyd Warner, Elton Mayo devised network diagrams to represent structure of group relations for investigation of community structures in American cities and town.</a:t>
            </a:r>
          </a:p>
          <a:p>
            <a:endParaRPr lang="en-US" dirty="0"/>
          </a:p>
          <a:p>
            <a:endParaRPr lang="en-US" dirty="0"/>
          </a:p>
        </p:txBody>
      </p:sp>
      <p:pic>
        <p:nvPicPr>
          <p:cNvPr id="4" name="그림 3">
            <a:extLst>
              <a:ext uri="{FF2B5EF4-FFF2-40B4-BE49-F238E27FC236}">
                <a16:creationId xmlns:a16="http://schemas.microsoft.com/office/drawing/2014/main" id="{58A39C73-E0D0-405C-8FD6-5E5C7D299E0D}"/>
              </a:ext>
            </a:extLst>
          </p:cNvPr>
          <p:cNvPicPr>
            <a:picLocks noChangeAspect="1"/>
          </p:cNvPicPr>
          <p:nvPr/>
        </p:nvPicPr>
        <p:blipFill rotWithShape="1">
          <a:blip r:embed="rId2"/>
          <a:srcRect l="42267" t="49015" r="16249" b="5323"/>
          <a:stretch/>
        </p:blipFill>
        <p:spPr>
          <a:xfrm>
            <a:off x="7391400" y="2286000"/>
            <a:ext cx="4490659" cy="2780422"/>
          </a:xfrm>
          <a:prstGeom prst="rect">
            <a:avLst/>
          </a:prstGeom>
        </p:spPr>
      </p:pic>
      <p:sp>
        <p:nvSpPr>
          <p:cNvPr id="5" name="TextBox 4">
            <a:extLst>
              <a:ext uri="{FF2B5EF4-FFF2-40B4-BE49-F238E27FC236}">
                <a16:creationId xmlns:a16="http://schemas.microsoft.com/office/drawing/2014/main" id="{ED4C58EC-A028-4A94-9D85-CC7C64A6567F}"/>
              </a:ext>
            </a:extLst>
          </p:cNvPr>
          <p:cNvSpPr txBox="1"/>
          <p:nvPr/>
        </p:nvSpPr>
        <p:spPr>
          <a:xfrm>
            <a:off x="9119985" y="5142013"/>
            <a:ext cx="1779654" cy="307777"/>
          </a:xfrm>
          <a:prstGeom prst="rect">
            <a:avLst/>
          </a:prstGeom>
          <a:noFill/>
        </p:spPr>
        <p:txBody>
          <a:bodyPr wrap="none" rtlCol="0">
            <a:spAutoFit/>
          </a:bodyPr>
          <a:lstStyle/>
          <a:p>
            <a:r>
              <a:rPr lang="en-US" sz="1400" b="1" dirty="0"/>
              <a:t>Moreno’s Sociograms</a:t>
            </a:r>
          </a:p>
        </p:txBody>
      </p:sp>
    </p:spTree>
    <p:extLst>
      <p:ext uri="{BB962C8B-B14F-4D97-AF65-F5344CB8AC3E}">
        <p14:creationId xmlns:p14="http://schemas.microsoft.com/office/powerpoint/2010/main" val="41495412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5593DF79-DD81-4EDE-93EF-29077F1CC9EB}"/>
              </a:ext>
            </a:extLst>
          </p:cNvPr>
          <p:cNvSpPr>
            <a:spLocks noGrp="1"/>
          </p:cNvSpPr>
          <p:nvPr>
            <p:ph type="title"/>
          </p:nvPr>
        </p:nvSpPr>
        <p:spPr/>
        <p:txBody>
          <a:bodyPr/>
          <a:lstStyle/>
          <a:p>
            <a:r>
              <a:rPr lang="en-US" dirty="0"/>
              <a:t>Development of Social Network Analysis</a:t>
            </a:r>
          </a:p>
        </p:txBody>
      </p:sp>
      <p:sp>
        <p:nvSpPr>
          <p:cNvPr id="3" name="내용 개체 틀 2">
            <a:extLst>
              <a:ext uri="{FF2B5EF4-FFF2-40B4-BE49-F238E27FC236}">
                <a16:creationId xmlns:a16="http://schemas.microsoft.com/office/drawing/2014/main" id="{5BB4282A-26FB-4AC0-9985-A70A550D4D1A}"/>
              </a:ext>
            </a:extLst>
          </p:cNvPr>
          <p:cNvSpPr>
            <a:spLocks noGrp="1"/>
          </p:cNvSpPr>
          <p:nvPr>
            <p:ph idx="1"/>
          </p:nvPr>
        </p:nvSpPr>
        <p:spPr>
          <a:xfrm>
            <a:off x="238125" y="1825625"/>
            <a:ext cx="6553200" cy="4351338"/>
          </a:xfrm>
        </p:spPr>
        <p:txBody>
          <a:bodyPr>
            <a:normAutofit fontScale="77500" lnSpcReduction="20000"/>
          </a:bodyPr>
          <a:lstStyle/>
          <a:p>
            <a:r>
              <a:rPr lang="en-US" dirty="0"/>
              <a:t>Lloyd Warner developed technologies for depicting large scale community relations in matrix form as representation of “clique structure” of the city, in 1930~1935 and published this in 1941.</a:t>
            </a:r>
          </a:p>
          <a:p>
            <a:endParaRPr lang="en-US" dirty="0"/>
          </a:p>
          <a:p>
            <a:r>
              <a:rPr lang="en-US" dirty="0"/>
              <a:t>George Homans developed these matrix methods in 1950s</a:t>
            </a:r>
          </a:p>
          <a:p>
            <a:endParaRPr lang="en-US" dirty="0"/>
          </a:p>
          <a:p>
            <a:r>
              <a:rPr lang="en-US" dirty="0"/>
              <a:t>Barnes (1954) proposed taking the idea of a network of relations and Elizabeth </a:t>
            </a:r>
            <a:r>
              <a:rPr lang="en-US" dirty="0" err="1"/>
              <a:t>Bott’s</a:t>
            </a:r>
            <a:r>
              <a:rPr lang="en-US" dirty="0"/>
              <a:t> kinship network reinforced this. </a:t>
            </a:r>
          </a:p>
          <a:p>
            <a:endParaRPr lang="en-US" dirty="0"/>
          </a:p>
          <a:p>
            <a:r>
              <a:rPr lang="en-US" dirty="0"/>
              <a:t>Harrison White used algebra to represent kinship structures (1963)</a:t>
            </a:r>
          </a:p>
        </p:txBody>
      </p:sp>
      <p:pic>
        <p:nvPicPr>
          <p:cNvPr id="4" name="그림 3">
            <a:extLst>
              <a:ext uri="{FF2B5EF4-FFF2-40B4-BE49-F238E27FC236}">
                <a16:creationId xmlns:a16="http://schemas.microsoft.com/office/drawing/2014/main" id="{26B1D835-90FA-45F1-8C06-1211005BFAB5}"/>
              </a:ext>
            </a:extLst>
          </p:cNvPr>
          <p:cNvPicPr>
            <a:picLocks noChangeAspect="1"/>
          </p:cNvPicPr>
          <p:nvPr/>
        </p:nvPicPr>
        <p:blipFill rotWithShape="1">
          <a:blip r:embed="rId2"/>
          <a:srcRect r="61250" b="20972"/>
          <a:stretch/>
        </p:blipFill>
        <p:spPr>
          <a:xfrm>
            <a:off x="7867650" y="4001294"/>
            <a:ext cx="1484159" cy="2270125"/>
          </a:xfrm>
          <a:prstGeom prst="rect">
            <a:avLst/>
          </a:prstGeom>
        </p:spPr>
      </p:pic>
      <p:sp>
        <p:nvSpPr>
          <p:cNvPr id="5" name="TextBox 4">
            <a:extLst>
              <a:ext uri="{FF2B5EF4-FFF2-40B4-BE49-F238E27FC236}">
                <a16:creationId xmlns:a16="http://schemas.microsoft.com/office/drawing/2014/main" id="{553BD8BA-5F62-42CF-AA8A-8CDDEF2B7D9C}"/>
              </a:ext>
            </a:extLst>
          </p:cNvPr>
          <p:cNvSpPr txBox="1"/>
          <p:nvPr/>
        </p:nvSpPr>
        <p:spPr>
          <a:xfrm>
            <a:off x="7867650" y="6338986"/>
            <a:ext cx="836063" cy="307777"/>
          </a:xfrm>
          <a:prstGeom prst="rect">
            <a:avLst/>
          </a:prstGeom>
          <a:noFill/>
        </p:spPr>
        <p:txBody>
          <a:bodyPr wrap="none" rtlCol="0">
            <a:spAutoFit/>
          </a:bodyPr>
          <a:lstStyle/>
          <a:p>
            <a:r>
              <a:rPr lang="en-US" sz="1400" b="1" dirty="0" err="1"/>
              <a:t>Hawtorn</a:t>
            </a:r>
            <a:endParaRPr lang="en-US" sz="1400" b="1" dirty="0"/>
          </a:p>
        </p:txBody>
      </p:sp>
      <p:pic>
        <p:nvPicPr>
          <p:cNvPr id="6" name="그림 5">
            <a:extLst>
              <a:ext uri="{FF2B5EF4-FFF2-40B4-BE49-F238E27FC236}">
                <a16:creationId xmlns:a16="http://schemas.microsoft.com/office/drawing/2014/main" id="{F415E5B8-B367-4C4B-8A39-09CF597463CB}"/>
              </a:ext>
            </a:extLst>
          </p:cNvPr>
          <p:cNvPicPr>
            <a:picLocks noChangeAspect="1"/>
          </p:cNvPicPr>
          <p:nvPr/>
        </p:nvPicPr>
        <p:blipFill>
          <a:blip r:embed="rId3"/>
          <a:stretch>
            <a:fillRect/>
          </a:stretch>
        </p:blipFill>
        <p:spPr>
          <a:xfrm>
            <a:off x="7319091" y="1227931"/>
            <a:ext cx="2581275" cy="1628775"/>
          </a:xfrm>
          <a:prstGeom prst="rect">
            <a:avLst/>
          </a:prstGeom>
        </p:spPr>
      </p:pic>
      <p:sp>
        <p:nvSpPr>
          <p:cNvPr id="7" name="TextBox 6">
            <a:extLst>
              <a:ext uri="{FF2B5EF4-FFF2-40B4-BE49-F238E27FC236}">
                <a16:creationId xmlns:a16="http://schemas.microsoft.com/office/drawing/2014/main" id="{AA8DBDE6-0421-41DF-9627-933F258F5B91}"/>
              </a:ext>
            </a:extLst>
          </p:cNvPr>
          <p:cNvSpPr txBox="1"/>
          <p:nvPr/>
        </p:nvSpPr>
        <p:spPr>
          <a:xfrm>
            <a:off x="7635343" y="2967334"/>
            <a:ext cx="2136739" cy="307777"/>
          </a:xfrm>
          <a:prstGeom prst="rect">
            <a:avLst/>
          </a:prstGeom>
          <a:noFill/>
        </p:spPr>
        <p:txBody>
          <a:bodyPr wrap="none" rtlCol="0">
            <a:spAutoFit/>
          </a:bodyPr>
          <a:lstStyle/>
          <a:p>
            <a:r>
              <a:rPr lang="en-US" sz="1400" b="1" dirty="0"/>
              <a:t>Warner’s matrix of cliques</a:t>
            </a:r>
          </a:p>
        </p:txBody>
      </p:sp>
    </p:spTree>
    <p:extLst>
      <p:ext uri="{BB962C8B-B14F-4D97-AF65-F5344CB8AC3E}">
        <p14:creationId xmlns:p14="http://schemas.microsoft.com/office/powerpoint/2010/main" val="36100858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5593DF79-DD81-4EDE-93EF-29077F1CC9EB}"/>
              </a:ext>
            </a:extLst>
          </p:cNvPr>
          <p:cNvSpPr>
            <a:spLocks noGrp="1"/>
          </p:cNvSpPr>
          <p:nvPr>
            <p:ph type="title"/>
          </p:nvPr>
        </p:nvSpPr>
        <p:spPr>
          <a:xfrm>
            <a:off x="838200" y="134293"/>
            <a:ext cx="10515600" cy="1325563"/>
          </a:xfrm>
        </p:spPr>
        <p:txBody>
          <a:bodyPr/>
          <a:lstStyle/>
          <a:p>
            <a:r>
              <a:rPr lang="en-US" dirty="0"/>
              <a:t>Development of Social Network Analysis</a:t>
            </a:r>
          </a:p>
        </p:txBody>
      </p:sp>
      <p:sp>
        <p:nvSpPr>
          <p:cNvPr id="3" name="내용 개체 틀 2">
            <a:extLst>
              <a:ext uri="{FF2B5EF4-FFF2-40B4-BE49-F238E27FC236}">
                <a16:creationId xmlns:a16="http://schemas.microsoft.com/office/drawing/2014/main" id="{5BB4282A-26FB-4AC0-9985-A70A550D4D1A}"/>
              </a:ext>
            </a:extLst>
          </p:cNvPr>
          <p:cNvSpPr>
            <a:spLocks noGrp="1"/>
          </p:cNvSpPr>
          <p:nvPr>
            <p:ph idx="1"/>
          </p:nvPr>
        </p:nvSpPr>
        <p:spPr>
          <a:xfrm>
            <a:off x="838200" y="1825625"/>
            <a:ext cx="5500456" cy="4351338"/>
          </a:xfrm>
        </p:spPr>
        <p:txBody>
          <a:bodyPr>
            <a:normAutofit fontScale="62500" lnSpcReduction="20000"/>
          </a:bodyPr>
          <a:lstStyle/>
          <a:p>
            <a:r>
              <a:rPr lang="en-US" dirty="0"/>
              <a:t>Edward </a:t>
            </a:r>
            <a:r>
              <a:rPr lang="en-US" dirty="0" err="1"/>
              <a:t>Laumann</a:t>
            </a:r>
            <a:r>
              <a:rPr lang="en-US" dirty="0"/>
              <a:t> employed multidimensional scaling methods as an extension of Lewin’s approach</a:t>
            </a:r>
          </a:p>
          <a:p>
            <a:endParaRPr lang="en-US" dirty="0"/>
          </a:p>
          <a:p>
            <a:r>
              <a:rPr lang="en-US" dirty="0"/>
              <a:t>Levine (1972) explored multidimensional scaling methods of corporate power</a:t>
            </a:r>
          </a:p>
          <a:p>
            <a:endParaRPr lang="en-US" dirty="0"/>
          </a:p>
          <a:p>
            <a:r>
              <a:rPr lang="en-US" dirty="0"/>
              <a:t>Lee(1969) and </a:t>
            </a:r>
            <a:r>
              <a:rPr lang="en-US" dirty="0" err="1"/>
              <a:t>Granovetter</a:t>
            </a:r>
            <a:r>
              <a:rPr lang="en-US" dirty="0"/>
              <a:t> (1973) used extended sociometrical methods to investigate abortion and employment respectively.</a:t>
            </a:r>
          </a:p>
          <a:p>
            <a:endParaRPr lang="en-US" dirty="0"/>
          </a:p>
          <a:p>
            <a:r>
              <a:rPr lang="en-US" dirty="0"/>
              <a:t>White and his colleagues developed methods of </a:t>
            </a:r>
            <a:r>
              <a:rPr lang="en-US" b="1" dirty="0"/>
              <a:t>matrix analysis </a:t>
            </a:r>
            <a:r>
              <a:rPr lang="en-US" dirty="0"/>
              <a:t>for studying social positions (1976)</a:t>
            </a:r>
          </a:p>
          <a:p>
            <a:endParaRPr lang="en-US" dirty="0"/>
          </a:p>
          <a:p>
            <a:r>
              <a:rPr lang="en-US" dirty="0"/>
              <a:t>Late 1970s work on the methodology of social network analysis has increased massively. </a:t>
            </a:r>
          </a:p>
        </p:txBody>
      </p:sp>
      <p:pic>
        <p:nvPicPr>
          <p:cNvPr id="4" name="그림 3">
            <a:extLst>
              <a:ext uri="{FF2B5EF4-FFF2-40B4-BE49-F238E27FC236}">
                <a16:creationId xmlns:a16="http://schemas.microsoft.com/office/drawing/2014/main" id="{D8539F4C-FC66-4C63-8329-756AB57FF370}"/>
              </a:ext>
            </a:extLst>
          </p:cNvPr>
          <p:cNvPicPr>
            <a:picLocks noChangeAspect="1"/>
          </p:cNvPicPr>
          <p:nvPr/>
        </p:nvPicPr>
        <p:blipFill rotWithShape="1">
          <a:blip r:embed="rId2"/>
          <a:srcRect l="54453" t="35904" r="26563" b="26734"/>
          <a:stretch/>
        </p:blipFill>
        <p:spPr>
          <a:xfrm>
            <a:off x="7580663" y="1352252"/>
            <a:ext cx="1892962" cy="2095501"/>
          </a:xfrm>
          <a:prstGeom prst="rect">
            <a:avLst/>
          </a:prstGeom>
        </p:spPr>
      </p:pic>
      <p:sp>
        <p:nvSpPr>
          <p:cNvPr id="5" name="TextBox 4">
            <a:extLst>
              <a:ext uri="{FF2B5EF4-FFF2-40B4-BE49-F238E27FC236}">
                <a16:creationId xmlns:a16="http://schemas.microsoft.com/office/drawing/2014/main" id="{F685E5EE-9604-4EA4-9444-C21CAD26567D}"/>
              </a:ext>
            </a:extLst>
          </p:cNvPr>
          <p:cNvSpPr txBox="1"/>
          <p:nvPr/>
        </p:nvSpPr>
        <p:spPr>
          <a:xfrm>
            <a:off x="6843303" y="3514699"/>
            <a:ext cx="3603166" cy="461665"/>
          </a:xfrm>
          <a:prstGeom prst="rect">
            <a:avLst/>
          </a:prstGeom>
          <a:noFill/>
        </p:spPr>
        <p:txBody>
          <a:bodyPr wrap="none" rtlCol="0">
            <a:spAutoFit/>
          </a:bodyPr>
          <a:lstStyle/>
          <a:p>
            <a:pPr algn="ctr"/>
            <a:r>
              <a:rPr lang="en-US" sz="1200" b="1" dirty="0"/>
              <a:t>Figure used in </a:t>
            </a:r>
          </a:p>
          <a:p>
            <a:pPr algn="ctr"/>
            <a:r>
              <a:rPr lang="en-US" sz="1200" b="1" dirty="0"/>
              <a:t>The Strength of Weak Ties – Mark S </a:t>
            </a:r>
            <a:r>
              <a:rPr lang="en-US" sz="1200" b="1" dirty="0" err="1"/>
              <a:t>Granovetter</a:t>
            </a:r>
            <a:r>
              <a:rPr lang="en-US" sz="1200" b="1" dirty="0"/>
              <a:t> 1973</a:t>
            </a:r>
          </a:p>
        </p:txBody>
      </p:sp>
      <p:pic>
        <p:nvPicPr>
          <p:cNvPr id="6" name="그림 5">
            <a:extLst>
              <a:ext uri="{FF2B5EF4-FFF2-40B4-BE49-F238E27FC236}">
                <a16:creationId xmlns:a16="http://schemas.microsoft.com/office/drawing/2014/main" id="{E9F58A49-AE94-4727-82DF-BC46719763C9}"/>
              </a:ext>
            </a:extLst>
          </p:cNvPr>
          <p:cNvPicPr>
            <a:picLocks noChangeAspect="1"/>
          </p:cNvPicPr>
          <p:nvPr/>
        </p:nvPicPr>
        <p:blipFill rotWithShape="1">
          <a:blip r:embed="rId3"/>
          <a:srcRect l="44609" t="13751" r="26954" b="11527"/>
          <a:stretch/>
        </p:blipFill>
        <p:spPr>
          <a:xfrm rot="5400000">
            <a:off x="8074351" y="3889925"/>
            <a:ext cx="1914525" cy="2829710"/>
          </a:xfrm>
          <a:prstGeom prst="rect">
            <a:avLst/>
          </a:prstGeom>
        </p:spPr>
      </p:pic>
      <p:sp>
        <p:nvSpPr>
          <p:cNvPr id="7" name="TextBox 6">
            <a:extLst>
              <a:ext uri="{FF2B5EF4-FFF2-40B4-BE49-F238E27FC236}">
                <a16:creationId xmlns:a16="http://schemas.microsoft.com/office/drawing/2014/main" id="{4F8B0575-A1A9-47F3-A241-AFF6C2E87544}"/>
              </a:ext>
            </a:extLst>
          </p:cNvPr>
          <p:cNvSpPr txBox="1"/>
          <p:nvPr/>
        </p:nvSpPr>
        <p:spPr>
          <a:xfrm>
            <a:off x="7254062" y="6262042"/>
            <a:ext cx="4828309" cy="461665"/>
          </a:xfrm>
          <a:prstGeom prst="rect">
            <a:avLst/>
          </a:prstGeom>
          <a:noFill/>
        </p:spPr>
        <p:txBody>
          <a:bodyPr wrap="none" rtlCol="0">
            <a:spAutoFit/>
          </a:bodyPr>
          <a:lstStyle/>
          <a:p>
            <a:r>
              <a:rPr lang="en-US" sz="1200" b="1" dirty="0"/>
              <a:t>	Figure of Matrix Analysis</a:t>
            </a:r>
            <a:br>
              <a:rPr lang="en-US" sz="1200" b="1" dirty="0"/>
            </a:br>
            <a:r>
              <a:rPr lang="en-US" sz="1200" b="1" dirty="0"/>
              <a:t>(Social Structure from Multiple Networks – Boorman and </a:t>
            </a:r>
            <a:r>
              <a:rPr lang="en-US" sz="1200" b="1" dirty="0" err="1"/>
              <a:t>H.White</a:t>
            </a:r>
            <a:r>
              <a:rPr lang="en-US" sz="1200" b="1" dirty="0"/>
              <a:t> 1976)</a:t>
            </a:r>
          </a:p>
        </p:txBody>
      </p:sp>
    </p:spTree>
    <p:extLst>
      <p:ext uri="{BB962C8B-B14F-4D97-AF65-F5344CB8AC3E}">
        <p14:creationId xmlns:p14="http://schemas.microsoft.com/office/powerpoint/2010/main" val="23855156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0AF9F0FB-2871-4996-BA2C-A65E55BC7D59}"/>
              </a:ext>
            </a:extLst>
          </p:cNvPr>
          <p:cNvSpPr>
            <a:spLocks noGrp="1"/>
          </p:cNvSpPr>
          <p:nvPr>
            <p:ph type="title"/>
          </p:nvPr>
        </p:nvSpPr>
        <p:spPr/>
        <p:txBody>
          <a:bodyPr/>
          <a:lstStyle/>
          <a:p>
            <a:r>
              <a:rPr lang="en-US" dirty="0"/>
              <a:t>Central ideas and applications of SNA</a:t>
            </a:r>
          </a:p>
        </p:txBody>
      </p:sp>
      <p:sp>
        <p:nvSpPr>
          <p:cNvPr id="3" name="내용 개체 틀 2">
            <a:extLst>
              <a:ext uri="{FF2B5EF4-FFF2-40B4-BE49-F238E27FC236}">
                <a16:creationId xmlns:a16="http://schemas.microsoft.com/office/drawing/2014/main" id="{C6A88DEE-CBEB-447C-AFA4-2B44E161409B}"/>
              </a:ext>
            </a:extLst>
          </p:cNvPr>
          <p:cNvSpPr>
            <a:spLocks noGrp="1"/>
          </p:cNvSpPr>
          <p:nvPr>
            <p:ph idx="1"/>
          </p:nvPr>
        </p:nvSpPr>
        <p:spPr/>
        <p:txBody>
          <a:bodyPr>
            <a:normAutofit fontScale="92500" lnSpcReduction="20000"/>
          </a:bodyPr>
          <a:lstStyle/>
          <a:p>
            <a:r>
              <a:rPr lang="en-US" dirty="0"/>
              <a:t>Predominant approach in SNA has been the </a:t>
            </a:r>
            <a:r>
              <a:rPr lang="en-US" b="1" dirty="0"/>
              <a:t>graph theory</a:t>
            </a:r>
            <a:r>
              <a:rPr lang="en-US" dirty="0"/>
              <a:t> (originated by Euler) until recently.</a:t>
            </a:r>
          </a:p>
          <a:p>
            <a:endParaRPr lang="en-US" dirty="0"/>
          </a:p>
          <a:p>
            <a:r>
              <a:rPr lang="en-US" dirty="0"/>
              <a:t>In SNA, individuals and groups are represented as </a:t>
            </a:r>
            <a:r>
              <a:rPr lang="en-US" b="1" dirty="0"/>
              <a:t>nodes. </a:t>
            </a:r>
            <a:r>
              <a:rPr lang="en-US" dirty="0"/>
              <a:t>Social relationships are represented by lines. The lines are assigned a direction to represent the flow of influence and values to represent strength of relation. </a:t>
            </a:r>
          </a:p>
          <a:p>
            <a:endParaRPr lang="en-US" dirty="0"/>
          </a:p>
          <a:p>
            <a:r>
              <a:rPr lang="en-US" dirty="0"/>
              <a:t>The network can be directed, undirected and valued data to construct measures of overall density and relative centrality. Centrality measurements are used as </a:t>
            </a:r>
            <a:r>
              <a:rPr lang="en-US" b="1" dirty="0"/>
              <a:t>proxies of power and influence</a:t>
            </a:r>
            <a:r>
              <a:rPr lang="en-US" dirty="0"/>
              <a:t> and have allowed the investigation of </a:t>
            </a:r>
            <a:r>
              <a:rPr lang="en-US" b="1" dirty="0"/>
              <a:t>brokerage relations</a:t>
            </a:r>
            <a:r>
              <a:rPr lang="en-US" dirty="0"/>
              <a:t>. </a:t>
            </a:r>
            <a:r>
              <a:rPr lang="en-US" b="1" dirty="0"/>
              <a:t>Investigation of cliques and clusters</a:t>
            </a:r>
            <a:r>
              <a:rPr lang="en-US" dirty="0"/>
              <a:t> are major area of work within this approach. </a:t>
            </a:r>
          </a:p>
          <a:p>
            <a:endParaRPr lang="en-US" dirty="0"/>
          </a:p>
          <a:p>
            <a:endParaRPr lang="en-US" dirty="0"/>
          </a:p>
        </p:txBody>
      </p:sp>
    </p:spTree>
    <p:extLst>
      <p:ext uri="{BB962C8B-B14F-4D97-AF65-F5344CB8AC3E}">
        <p14:creationId xmlns:p14="http://schemas.microsoft.com/office/powerpoint/2010/main" val="34635651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0AF9F0FB-2871-4996-BA2C-A65E55BC7D59}"/>
              </a:ext>
            </a:extLst>
          </p:cNvPr>
          <p:cNvSpPr>
            <a:spLocks noGrp="1"/>
          </p:cNvSpPr>
          <p:nvPr>
            <p:ph type="title"/>
          </p:nvPr>
        </p:nvSpPr>
        <p:spPr/>
        <p:txBody>
          <a:bodyPr/>
          <a:lstStyle/>
          <a:p>
            <a:r>
              <a:rPr lang="en-US" dirty="0"/>
              <a:t>Central ideas and applications of SNA</a:t>
            </a:r>
          </a:p>
        </p:txBody>
      </p:sp>
      <p:sp>
        <p:nvSpPr>
          <p:cNvPr id="3" name="내용 개체 틀 2">
            <a:extLst>
              <a:ext uri="{FF2B5EF4-FFF2-40B4-BE49-F238E27FC236}">
                <a16:creationId xmlns:a16="http://schemas.microsoft.com/office/drawing/2014/main" id="{C6A88DEE-CBEB-447C-AFA4-2B44E161409B}"/>
              </a:ext>
            </a:extLst>
          </p:cNvPr>
          <p:cNvSpPr>
            <a:spLocks noGrp="1"/>
          </p:cNvSpPr>
          <p:nvPr>
            <p:ph idx="1"/>
          </p:nvPr>
        </p:nvSpPr>
        <p:spPr/>
        <p:txBody>
          <a:bodyPr>
            <a:normAutofit fontScale="92500" lnSpcReduction="10000"/>
          </a:bodyPr>
          <a:lstStyle/>
          <a:p>
            <a:r>
              <a:rPr lang="en-US" dirty="0"/>
              <a:t>Matrix form of network data has great advantage when handling a large scale data sets. </a:t>
            </a:r>
          </a:p>
          <a:p>
            <a:endParaRPr lang="en-US" dirty="0"/>
          </a:p>
          <a:p>
            <a:r>
              <a:rPr lang="en-US" dirty="0"/>
              <a:t>There were </a:t>
            </a:r>
            <a:r>
              <a:rPr lang="en-US" b="1" dirty="0"/>
              <a:t>matrix-based approach</a:t>
            </a:r>
            <a:r>
              <a:rPr lang="en-US" dirty="0"/>
              <a:t> originated from Harrison White and Doug White that focuses not on the properties of individuals and groups but on the </a:t>
            </a:r>
            <a:r>
              <a:rPr lang="en-US" b="1" dirty="0"/>
              <a:t>characteristics of social position, roles and categories</a:t>
            </a:r>
            <a:r>
              <a:rPr lang="en-US" dirty="0"/>
              <a:t>. </a:t>
            </a:r>
          </a:p>
          <a:p>
            <a:endParaRPr lang="en-US" dirty="0"/>
          </a:p>
          <a:p>
            <a:r>
              <a:rPr lang="en-US" dirty="0"/>
              <a:t>This kind of positional approach or </a:t>
            </a:r>
            <a:r>
              <a:rPr lang="en-US" b="1" dirty="0"/>
              <a:t>Block Model </a:t>
            </a:r>
            <a:r>
              <a:rPr lang="en-US" dirty="0"/>
              <a:t>are matrix clustering that organize networks into hierarchical positions. “</a:t>
            </a:r>
            <a:r>
              <a:rPr lang="en-US" b="1" dirty="0"/>
              <a:t>structural equivalence</a:t>
            </a:r>
            <a:r>
              <a:rPr lang="en-US" dirty="0"/>
              <a:t>”, “</a:t>
            </a:r>
            <a:r>
              <a:rPr lang="en-US" b="1" dirty="0"/>
              <a:t>substitutability</a:t>
            </a:r>
            <a:r>
              <a:rPr lang="en-US" dirty="0"/>
              <a:t>” of individuals (nodes) within social positions have been developed, advancing this aspect of SNA</a:t>
            </a:r>
          </a:p>
          <a:p>
            <a:pPr marL="0" indent="0">
              <a:buNone/>
            </a:pPr>
            <a:endParaRPr lang="en-US" dirty="0"/>
          </a:p>
          <a:p>
            <a:pPr marL="0" indent="0">
              <a:buNone/>
            </a:pPr>
            <a:endParaRPr lang="en-US" dirty="0"/>
          </a:p>
        </p:txBody>
      </p:sp>
    </p:spTree>
    <p:extLst>
      <p:ext uri="{BB962C8B-B14F-4D97-AF65-F5344CB8AC3E}">
        <p14:creationId xmlns:p14="http://schemas.microsoft.com/office/powerpoint/2010/main" val="10925157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0AF9F0FB-2871-4996-BA2C-A65E55BC7D59}"/>
              </a:ext>
            </a:extLst>
          </p:cNvPr>
          <p:cNvSpPr>
            <a:spLocks noGrp="1"/>
          </p:cNvSpPr>
          <p:nvPr>
            <p:ph type="title"/>
          </p:nvPr>
        </p:nvSpPr>
        <p:spPr/>
        <p:txBody>
          <a:bodyPr/>
          <a:lstStyle/>
          <a:p>
            <a:r>
              <a:rPr lang="en-US" dirty="0"/>
              <a:t>Central ideas and applications of SNA</a:t>
            </a:r>
          </a:p>
        </p:txBody>
      </p:sp>
      <p:sp>
        <p:nvSpPr>
          <p:cNvPr id="3" name="내용 개체 틀 2">
            <a:extLst>
              <a:ext uri="{FF2B5EF4-FFF2-40B4-BE49-F238E27FC236}">
                <a16:creationId xmlns:a16="http://schemas.microsoft.com/office/drawing/2014/main" id="{C6A88DEE-CBEB-447C-AFA4-2B44E161409B}"/>
              </a:ext>
            </a:extLst>
          </p:cNvPr>
          <p:cNvSpPr>
            <a:spLocks noGrp="1"/>
          </p:cNvSpPr>
          <p:nvPr>
            <p:ph idx="1"/>
          </p:nvPr>
        </p:nvSpPr>
        <p:spPr>
          <a:xfrm>
            <a:off x="838200" y="1575402"/>
            <a:ext cx="10303276" cy="5178857"/>
          </a:xfrm>
        </p:spPr>
        <p:txBody>
          <a:bodyPr>
            <a:normAutofit fontScale="85000" lnSpcReduction="10000"/>
          </a:bodyPr>
          <a:lstStyle/>
          <a:p>
            <a:pPr marL="0" indent="0">
              <a:buNone/>
            </a:pPr>
            <a:r>
              <a:rPr lang="en-US" sz="2400" b="1" dirty="0"/>
              <a:t>Software Context</a:t>
            </a:r>
          </a:p>
          <a:p>
            <a:pPr marL="0" indent="0">
              <a:buNone/>
            </a:pPr>
            <a:r>
              <a:rPr lang="en-US" sz="2400" dirty="0"/>
              <a:t>UCINET is one of the most widespread software for SNA. PAJEK is also visualization software for network structure. It is now included as a sub-program within UCINET</a:t>
            </a:r>
          </a:p>
          <a:p>
            <a:pPr marL="0" indent="0">
              <a:buNone/>
            </a:pPr>
            <a:endParaRPr lang="en-US" sz="2400" b="1" dirty="0"/>
          </a:p>
          <a:p>
            <a:pPr marL="0" indent="0">
              <a:buNone/>
            </a:pPr>
            <a:r>
              <a:rPr lang="en-US" sz="2400" b="1" dirty="0"/>
              <a:t>Principal area of application</a:t>
            </a:r>
          </a:p>
          <a:p>
            <a:pPr marL="0" indent="0">
              <a:buNone/>
            </a:pPr>
            <a:r>
              <a:rPr lang="en-US" sz="2400" dirty="0"/>
              <a:t>The investigation of corporate power and interlocking directorships. Drawing network diagrams of board-level connections with ad hoc techniques adopting the language of webs and networks. Use of social network as a way of exploring the power and influence of banks in the American corporate world.</a:t>
            </a:r>
          </a:p>
          <a:p>
            <a:pPr marL="0" indent="0">
              <a:buNone/>
            </a:pPr>
            <a:endParaRPr lang="en-US" sz="2400" dirty="0"/>
          </a:p>
          <a:p>
            <a:pPr marL="0" indent="0">
              <a:buNone/>
            </a:pPr>
            <a:r>
              <a:rPr lang="en-US" sz="2400" dirty="0"/>
              <a:t>Another is investigation of community structure originating from investigation by Lloyd Warner. Fisher (1977) and Wellman(1979) generated the work that moved this field on in a systematic direction. Wellman elaborated on electronic means of communication as basis of interpersonal networks and this idea converged with social capital that developed out of Putnam’s work.</a:t>
            </a:r>
            <a:br>
              <a:rPr lang="en-US" sz="2400" dirty="0"/>
            </a:br>
            <a:endParaRPr lang="en-US" sz="2400" dirty="0"/>
          </a:p>
          <a:p>
            <a:pPr marL="0" indent="0">
              <a:buNone/>
            </a:pPr>
            <a:r>
              <a:rPr lang="en-US" sz="2400" dirty="0"/>
              <a:t>There are numerous other applications: terrorism, criminality, religious networks, social movements, policy networks.</a:t>
            </a:r>
          </a:p>
        </p:txBody>
      </p:sp>
    </p:spTree>
    <p:extLst>
      <p:ext uri="{BB962C8B-B14F-4D97-AF65-F5344CB8AC3E}">
        <p14:creationId xmlns:p14="http://schemas.microsoft.com/office/powerpoint/2010/main" val="31408208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DD4DEEC5-EC16-4F6B-947C-E5157941A3DE}"/>
              </a:ext>
            </a:extLst>
          </p:cNvPr>
          <p:cNvSpPr>
            <a:spLocks noGrp="1"/>
          </p:cNvSpPr>
          <p:nvPr>
            <p:ph type="title"/>
          </p:nvPr>
        </p:nvSpPr>
        <p:spPr/>
        <p:txBody>
          <a:bodyPr/>
          <a:lstStyle/>
          <a:p>
            <a:r>
              <a:rPr lang="en-US" dirty="0"/>
              <a:t>Enter the physicists</a:t>
            </a:r>
          </a:p>
        </p:txBody>
      </p:sp>
      <p:sp>
        <p:nvSpPr>
          <p:cNvPr id="3" name="내용 개체 틀 2">
            <a:extLst>
              <a:ext uri="{FF2B5EF4-FFF2-40B4-BE49-F238E27FC236}">
                <a16:creationId xmlns:a16="http://schemas.microsoft.com/office/drawing/2014/main" id="{C2EBC128-AEEB-4B27-801F-16F820574DD1}"/>
              </a:ext>
            </a:extLst>
          </p:cNvPr>
          <p:cNvSpPr>
            <a:spLocks noGrp="1"/>
          </p:cNvSpPr>
          <p:nvPr>
            <p:ph idx="1"/>
          </p:nvPr>
        </p:nvSpPr>
        <p:spPr/>
        <p:txBody>
          <a:bodyPr>
            <a:normAutofit fontScale="85000" lnSpcReduction="20000"/>
          </a:bodyPr>
          <a:lstStyle/>
          <a:p>
            <a:r>
              <a:rPr lang="en-US" dirty="0"/>
              <a:t>Growth of interest among physicist in applying network ideas to social phenomena has contributed to development of SNA. </a:t>
            </a:r>
          </a:p>
          <a:p>
            <a:r>
              <a:rPr lang="en-US" dirty="0"/>
              <a:t>Suggestions and prior work on random networks by theorists such as </a:t>
            </a:r>
            <a:r>
              <a:rPr lang="en-US" dirty="0" err="1"/>
              <a:t>Barabasi</a:t>
            </a:r>
            <a:r>
              <a:rPr lang="en-US" dirty="0"/>
              <a:t>(2002) and Watts(1999,2003) have ignored or have been unaware of the vast amount of prior works of social networks, as they proposed investigations into networks of directorships as if none has so far been undertaken</a:t>
            </a:r>
          </a:p>
          <a:p>
            <a:r>
              <a:rPr lang="en-US" dirty="0"/>
              <a:t>According to the review of published studies by Freeman(2004) the work by physicist has rarely cited work by social network analyst and social network analyst have been reluctant to engage with the work of physicist. The citation pattern of a network analysis shows almost a complete separation of the two groups.</a:t>
            </a:r>
          </a:p>
          <a:p>
            <a:r>
              <a:rPr lang="en-US" dirty="0"/>
              <a:t>Physicist’s has been working on network dynamics and change or overtime. This has been developed weakly, but suggests a new way to network transformation and process –wise studies</a:t>
            </a:r>
          </a:p>
          <a:p>
            <a:endParaRPr lang="en-US" dirty="0"/>
          </a:p>
          <a:p>
            <a:endParaRPr lang="en-US" dirty="0"/>
          </a:p>
        </p:txBody>
      </p:sp>
    </p:spTree>
    <p:extLst>
      <p:ext uri="{BB962C8B-B14F-4D97-AF65-F5344CB8AC3E}">
        <p14:creationId xmlns:p14="http://schemas.microsoft.com/office/powerpoint/2010/main" val="27916397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6CD5026A-1D7E-48B2-A85D-FF04379C0FE2}"/>
              </a:ext>
            </a:extLst>
          </p:cNvPr>
          <p:cNvSpPr>
            <a:spLocks noGrp="1"/>
          </p:cNvSpPr>
          <p:nvPr>
            <p:ph type="title"/>
          </p:nvPr>
        </p:nvSpPr>
        <p:spPr/>
        <p:txBody>
          <a:bodyPr>
            <a:normAutofit/>
          </a:bodyPr>
          <a:lstStyle/>
          <a:p>
            <a:r>
              <a:rPr lang="en-US" dirty="0"/>
              <a:t>Areas of advance	</a:t>
            </a:r>
          </a:p>
        </p:txBody>
      </p:sp>
      <p:sp>
        <p:nvSpPr>
          <p:cNvPr id="3" name="내용 개체 틀 2">
            <a:extLst>
              <a:ext uri="{FF2B5EF4-FFF2-40B4-BE49-F238E27FC236}">
                <a16:creationId xmlns:a16="http://schemas.microsoft.com/office/drawing/2014/main" id="{6FEDD021-7B4F-4754-AC7B-09CF9F424991}"/>
              </a:ext>
            </a:extLst>
          </p:cNvPr>
          <p:cNvSpPr>
            <a:spLocks noGrp="1"/>
          </p:cNvSpPr>
          <p:nvPr>
            <p:ph idx="1"/>
          </p:nvPr>
        </p:nvSpPr>
        <p:spPr>
          <a:xfrm>
            <a:off x="838199" y="1825625"/>
            <a:ext cx="11191043" cy="4351338"/>
          </a:xfrm>
        </p:spPr>
        <p:txBody>
          <a:bodyPr>
            <a:normAutofit/>
          </a:bodyPr>
          <a:lstStyle/>
          <a:p>
            <a:pPr marL="0" indent="0">
              <a:buNone/>
            </a:pPr>
            <a:r>
              <a:rPr lang="en-US" dirty="0"/>
              <a:t>There are 4 major areas advance that can be identified: </a:t>
            </a:r>
          </a:p>
          <a:p>
            <a:pPr marL="0" indent="0">
              <a:buNone/>
            </a:pPr>
            <a:r>
              <a:rPr lang="en-US" dirty="0"/>
              <a:t>	1. Use of statistical significance tests </a:t>
            </a:r>
          </a:p>
          <a:p>
            <a:pPr marL="0" indent="0">
              <a:buNone/>
            </a:pPr>
            <a:r>
              <a:rPr lang="en-US" dirty="0"/>
              <a:t>	2. Development of models of longitudinal change</a:t>
            </a:r>
          </a:p>
          <a:p>
            <a:pPr marL="0" indent="0">
              <a:buNone/>
            </a:pPr>
            <a:r>
              <a:rPr lang="en-US" dirty="0"/>
              <a:t>	3. Exploration of new methods of visualization </a:t>
            </a:r>
          </a:p>
          <a:p>
            <a:pPr marL="0" indent="0">
              <a:buNone/>
            </a:pPr>
            <a:r>
              <a:rPr lang="en-US" dirty="0"/>
              <a:t>	4. Explorations into the cultural context of social network models.</a:t>
            </a:r>
          </a:p>
          <a:p>
            <a:pPr marL="0" indent="0">
              <a:buNone/>
            </a:pPr>
            <a:endParaRPr lang="en-US" dirty="0"/>
          </a:p>
        </p:txBody>
      </p:sp>
    </p:spTree>
    <p:extLst>
      <p:ext uri="{BB962C8B-B14F-4D97-AF65-F5344CB8AC3E}">
        <p14:creationId xmlns:p14="http://schemas.microsoft.com/office/powerpoint/2010/main" val="5631955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6CD5026A-1D7E-48B2-A85D-FF04379C0FE2}"/>
              </a:ext>
            </a:extLst>
          </p:cNvPr>
          <p:cNvSpPr>
            <a:spLocks noGrp="1"/>
          </p:cNvSpPr>
          <p:nvPr>
            <p:ph type="title"/>
          </p:nvPr>
        </p:nvSpPr>
        <p:spPr/>
        <p:txBody>
          <a:bodyPr>
            <a:normAutofit/>
          </a:bodyPr>
          <a:lstStyle/>
          <a:p>
            <a:r>
              <a:rPr lang="en-US" dirty="0"/>
              <a:t>Areas of advance – </a:t>
            </a:r>
            <a:r>
              <a:rPr lang="en-US" sz="2800" dirty="0"/>
              <a:t>Statistical Significance Tests</a:t>
            </a:r>
            <a:r>
              <a:rPr lang="en-US" dirty="0"/>
              <a:t>	</a:t>
            </a:r>
          </a:p>
        </p:txBody>
      </p:sp>
      <p:sp>
        <p:nvSpPr>
          <p:cNvPr id="3" name="내용 개체 틀 2">
            <a:extLst>
              <a:ext uri="{FF2B5EF4-FFF2-40B4-BE49-F238E27FC236}">
                <a16:creationId xmlns:a16="http://schemas.microsoft.com/office/drawing/2014/main" id="{6FEDD021-7B4F-4754-AC7B-09CF9F424991}"/>
              </a:ext>
            </a:extLst>
          </p:cNvPr>
          <p:cNvSpPr>
            <a:spLocks noGrp="1"/>
          </p:cNvSpPr>
          <p:nvPr>
            <p:ph idx="1"/>
          </p:nvPr>
        </p:nvSpPr>
        <p:spPr/>
        <p:txBody>
          <a:bodyPr>
            <a:normAutofit/>
          </a:bodyPr>
          <a:lstStyle/>
          <a:p>
            <a:r>
              <a:rPr lang="en-US" dirty="0"/>
              <a:t>Standard statistical procedures such as significance tests, regression, and ANOVA all assume independence of observations, but typical  network data does not accord with this. </a:t>
            </a:r>
          </a:p>
          <a:p>
            <a:r>
              <a:rPr lang="en-US" dirty="0"/>
              <a:t>Stanley Wasserman and his colleagues generalized Markov graphs to a larger family of models. Their exponential random graph models (p* models) define a probability distribution on the set of points using specific parameter vectors. </a:t>
            </a:r>
          </a:p>
          <a:p>
            <a:pPr marL="0" indent="0">
              <a:buNone/>
            </a:pPr>
            <a:endParaRPr lang="en-US" dirty="0"/>
          </a:p>
        </p:txBody>
      </p:sp>
    </p:spTree>
    <p:extLst>
      <p:ext uri="{BB962C8B-B14F-4D97-AF65-F5344CB8AC3E}">
        <p14:creationId xmlns:p14="http://schemas.microsoft.com/office/powerpoint/2010/main" val="200337285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6CD5026A-1D7E-48B2-A85D-FF04379C0FE2}"/>
              </a:ext>
            </a:extLst>
          </p:cNvPr>
          <p:cNvSpPr>
            <a:spLocks noGrp="1"/>
          </p:cNvSpPr>
          <p:nvPr>
            <p:ph type="title"/>
          </p:nvPr>
        </p:nvSpPr>
        <p:spPr/>
        <p:txBody>
          <a:bodyPr>
            <a:normAutofit/>
          </a:bodyPr>
          <a:lstStyle/>
          <a:p>
            <a:r>
              <a:rPr lang="en-US" dirty="0"/>
              <a:t>Areas of advance – </a:t>
            </a:r>
            <a:r>
              <a:rPr lang="en-US" sz="2800" dirty="0"/>
              <a:t>ABM Modeling</a:t>
            </a:r>
            <a:r>
              <a:rPr lang="en-US" dirty="0"/>
              <a:t>	</a:t>
            </a:r>
          </a:p>
        </p:txBody>
      </p:sp>
      <p:sp>
        <p:nvSpPr>
          <p:cNvPr id="3" name="내용 개체 틀 2">
            <a:extLst>
              <a:ext uri="{FF2B5EF4-FFF2-40B4-BE49-F238E27FC236}">
                <a16:creationId xmlns:a16="http://schemas.microsoft.com/office/drawing/2014/main" id="{6FEDD021-7B4F-4754-AC7B-09CF9F424991}"/>
              </a:ext>
            </a:extLst>
          </p:cNvPr>
          <p:cNvSpPr>
            <a:spLocks noGrp="1"/>
          </p:cNvSpPr>
          <p:nvPr>
            <p:ph idx="1"/>
          </p:nvPr>
        </p:nvSpPr>
        <p:spPr/>
        <p:txBody>
          <a:bodyPr>
            <a:normAutofit/>
          </a:bodyPr>
          <a:lstStyle/>
          <a:p>
            <a:r>
              <a:rPr lang="en-US" dirty="0"/>
              <a:t>Use of models that depict the ways where the behavior of individual agents results in global transformations of network structure, also known as ABM (agent-based-modeling). </a:t>
            </a:r>
          </a:p>
          <a:p>
            <a:r>
              <a:rPr lang="en-US" dirty="0"/>
              <a:t>Prediction on patterns of changes in network by time became possible. (See Tom </a:t>
            </a:r>
            <a:r>
              <a:rPr lang="en-US" dirty="0" err="1"/>
              <a:t>Snijder</a:t>
            </a:r>
            <a:r>
              <a:rPr lang="en-US" dirty="0"/>
              <a:t> 1997, Monge and Contractor 2003)</a:t>
            </a:r>
          </a:p>
          <a:p>
            <a:r>
              <a:rPr lang="en-US" dirty="0"/>
              <a:t>SIENA program by </a:t>
            </a:r>
            <a:r>
              <a:rPr lang="en-US" dirty="0" err="1"/>
              <a:t>Snijder</a:t>
            </a:r>
            <a:r>
              <a:rPr lang="en-US" dirty="0"/>
              <a:t> offers easy use of the technique</a:t>
            </a:r>
          </a:p>
          <a:p>
            <a:pPr marL="0" indent="0">
              <a:buNone/>
            </a:pPr>
            <a:endParaRPr lang="en-US" dirty="0"/>
          </a:p>
        </p:txBody>
      </p:sp>
    </p:spTree>
    <p:extLst>
      <p:ext uri="{BB962C8B-B14F-4D97-AF65-F5344CB8AC3E}">
        <p14:creationId xmlns:p14="http://schemas.microsoft.com/office/powerpoint/2010/main" val="363231658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6CD5026A-1D7E-48B2-A85D-FF04379C0FE2}"/>
              </a:ext>
            </a:extLst>
          </p:cNvPr>
          <p:cNvSpPr>
            <a:spLocks noGrp="1"/>
          </p:cNvSpPr>
          <p:nvPr>
            <p:ph type="title"/>
          </p:nvPr>
        </p:nvSpPr>
        <p:spPr/>
        <p:txBody>
          <a:bodyPr>
            <a:normAutofit/>
          </a:bodyPr>
          <a:lstStyle/>
          <a:p>
            <a:r>
              <a:rPr lang="en-US" dirty="0"/>
              <a:t>Areas of advance – </a:t>
            </a:r>
            <a:r>
              <a:rPr lang="en-US" sz="2800" dirty="0"/>
              <a:t>Visualization</a:t>
            </a:r>
            <a:endParaRPr lang="en-US" dirty="0"/>
          </a:p>
        </p:txBody>
      </p:sp>
      <p:sp>
        <p:nvSpPr>
          <p:cNvPr id="3" name="내용 개체 틀 2">
            <a:extLst>
              <a:ext uri="{FF2B5EF4-FFF2-40B4-BE49-F238E27FC236}">
                <a16:creationId xmlns:a16="http://schemas.microsoft.com/office/drawing/2014/main" id="{6FEDD021-7B4F-4754-AC7B-09CF9F424991}"/>
              </a:ext>
            </a:extLst>
          </p:cNvPr>
          <p:cNvSpPr>
            <a:spLocks noGrp="1"/>
          </p:cNvSpPr>
          <p:nvPr>
            <p:ph idx="1"/>
          </p:nvPr>
        </p:nvSpPr>
        <p:spPr/>
        <p:txBody>
          <a:bodyPr>
            <a:normAutofit/>
          </a:bodyPr>
          <a:lstStyle/>
          <a:p>
            <a:r>
              <a:rPr lang="en-US" dirty="0"/>
              <a:t>Visualization of social networks became difficult for large network that hardly capture simple visual effect. Multidimensional scaling emerged as the attempt to overcome the jumble of </a:t>
            </a:r>
            <a:r>
              <a:rPr lang="en-US" dirty="0" err="1"/>
              <a:t>criss</a:t>
            </a:r>
            <a:r>
              <a:rPr lang="en-US" dirty="0"/>
              <a:t> crossing lines and display points according to their relative distance. </a:t>
            </a:r>
          </a:p>
          <a:p>
            <a:r>
              <a:rPr lang="en-US" dirty="0"/>
              <a:t>Ann </a:t>
            </a:r>
            <a:r>
              <a:rPr lang="en-US" dirty="0" err="1"/>
              <a:t>Mische</a:t>
            </a:r>
            <a:r>
              <a:rPr lang="en-US" dirty="0"/>
              <a:t> has developed some interesting arguments that build on work of Mustafa </a:t>
            </a:r>
            <a:r>
              <a:rPr lang="en-US" dirty="0" err="1"/>
              <a:t>Emirbayer</a:t>
            </a:r>
            <a:r>
              <a:rPr lang="en-US" dirty="0"/>
              <a:t> who contributed important work on “relational sociology”</a:t>
            </a:r>
          </a:p>
          <a:p>
            <a:pPr marL="0" indent="0">
              <a:buNone/>
            </a:pPr>
            <a:endParaRPr lang="en-US" dirty="0"/>
          </a:p>
        </p:txBody>
      </p:sp>
    </p:spTree>
    <p:extLst>
      <p:ext uri="{BB962C8B-B14F-4D97-AF65-F5344CB8AC3E}">
        <p14:creationId xmlns:p14="http://schemas.microsoft.com/office/powerpoint/2010/main" val="39116478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6CD5026A-1D7E-48B2-A85D-FF04379C0FE2}"/>
              </a:ext>
            </a:extLst>
          </p:cNvPr>
          <p:cNvSpPr>
            <a:spLocks noGrp="1"/>
          </p:cNvSpPr>
          <p:nvPr>
            <p:ph type="title"/>
          </p:nvPr>
        </p:nvSpPr>
        <p:spPr>
          <a:xfrm>
            <a:off x="71021" y="365125"/>
            <a:ext cx="13138951" cy="1325563"/>
          </a:xfrm>
        </p:spPr>
        <p:txBody>
          <a:bodyPr>
            <a:normAutofit/>
          </a:bodyPr>
          <a:lstStyle/>
          <a:p>
            <a:r>
              <a:rPr lang="en-US" dirty="0"/>
              <a:t>   Areas of advance – </a:t>
            </a:r>
            <a:r>
              <a:rPr lang="en-US" sz="2000" dirty="0"/>
              <a:t>Explorations into the cultural context of social network models</a:t>
            </a:r>
            <a:endParaRPr lang="en-US" dirty="0"/>
          </a:p>
        </p:txBody>
      </p:sp>
      <p:sp>
        <p:nvSpPr>
          <p:cNvPr id="3" name="내용 개체 틀 2">
            <a:extLst>
              <a:ext uri="{FF2B5EF4-FFF2-40B4-BE49-F238E27FC236}">
                <a16:creationId xmlns:a16="http://schemas.microsoft.com/office/drawing/2014/main" id="{6FEDD021-7B4F-4754-AC7B-09CF9F424991}"/>
              </a:ext>
            </a:extLst>
          </p:cNvPr>
          <p:cNvSpPr>
            <a:spLocks noGrp="1"/>
          </p:cNvSpPr>
          <p:nvPr>
            <p:ph idx="1"/>
          </p:nvPr>
        </p:nvSpPr>
        <p:spPr/>
        <p:txBody>
          <a:bodyPr>
            <a:normAutofit/>
          </a:bodyPr>
          <a:lstStyle/>
          <a:p>
            <a:r>
              <a:rPr lang="en-US" dirty="0"/>
              <a:t>Ann </a:t>
            </a:r>
            <a:r>
              <a:rPr lang="en-US" dirty="0" err="1"/>
              <a:t>Mische</a:t>
            </a:r>
            <a:r>
              <a:rPr lang="en-US" dirty="0"/>
              <a:t> has developed some interesting arguments that build on work of Mustafa </a:t>
            </a:r>
            <a:r>
              <a:rPr lang="en-US" dirty="0" err="1"/>
              <a:t>Emirbayer</a:t>
            </a:r>
            <a:r>
              <a:rPr lang="en-US" dirty="0"/>
              <a:t> who contributed important work on “relational sociology”</a:t>
            </a:r>
          </a:p>
          <a:p>
            <a:pPr marL="0" indent="0">
              <a:buNone/>
            </a:pPr>
            <a:endParaRPr lang="en-US" dirty="0"/>
          </a:p>
        </p:txBody>
      </p:sp>
    </p:spTree>
    <p:extLst>
      <p:ext uri="{BB962C8B-B14F-4D97-AF65-F5344CB8AC3E}">
        <p14:creationId xmlns:p14="http://schemas.microsoft.com/office/powerpoint/2010/main" val="74942729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2CA649AB-62F0-4D13-A249-AB6A8987FAFE}"/>
              </a:ext>
            </a:extLst>
          </p:cNvPr>
          <p:cNvSpPr>
            <a:spLocks noGrp="1"/>
          </p:cNvSpPr>
          <p:nvPr>
            <p:ph type="title"/>
          </p:nvPr>
        </p:nvSpPr>
        <p:spPr>
          <a:xfrm>
            <a:off x="838200" y="60250"/>
            <a:ext cx="10515600" cy="1325563"/>
          </a:xfrm>
        </p:spPr>
        <p:txBody>
          <a:bodyPr/>
          <a:lstStyle/>
          <a:p>
            <a:r>
              <a:rPr lang="en-US" dirty="0"/>
              <a:t>Software used for SNA</a:t>
            </a:r>
          </a:p>
        </p:txBody>
      </p:sp>
      <p:pic>
        <p:nvPicPr>
          <p:cNvPr id="7" name="그림 6">
            <a:extLst>
              <a:ext uri="{FF2B5EF4-FFF2-40B4-BE49-F238E27FC236}">
                <a16:creationId xmlns:a16="http://schemas.microsoft.com/office/drawing/2014/main" id="{141A6641-765B-46FF-962C-FFE40AF43C7E}"/>
              </a:ext>
            </a:extLst>
          </p:cNvPr>
          <p:cNvPicPr>
            <a:picLocks noChangeAspect="1"/>
          </p:cNvPicPr>
          <p:nvPr/>
        </p:nvPicPr>
        <p:blipFill>
          <a:blip r:embed="rId2"/>
          <a:stretch>
            <a:fillRect/>
          </a:stretch>
        </p:blipFill>
        <p:spPr>
          <a:xfrm>
            <a:off x="1045490" y="3031957"/>
            <a:ext cx="5050510" cy="2840912"/>
          </a:xfrm>
          <a:prstGeom prst="rect">
            <a:avLst/>
          </a:prstGeom>
        </p:spPr>
      </p:pic>
      <p:pic>
        <p:nvPicPr>
          <p:cNvPr id="8" name="그림 7">
            <a:extLst>
              <a:ext uri="{FF2B5EF4-FFF2-40B4-BE49-F238E27FC236}">
                <a16:creationId xmlns:a16="http://schemas.microsoft.com/office/drawing/2014/main" id="{22B1D8FC-1C95-47ED-BDFA-081307635776}"/>
              </a:ext>
            </a:extLst>
          </p:cNvPr>
          <p:cNvPicPr>
            <a:picLocks noChangeAspect="1"/>
          </p:cNvPicPr>
          <p:nvPr/>
        </p:nvPicPr>
        <p:blipFill>
          <a:blip r:embed="rId3"/>
          <a:stretch>
            <a:fillRect/>
          </a:stretch>
        </p:blipFill>
        <p:spPr>
          <a:xfrm>
            <a:off x="7447296" y="3031957"/>
            <a:ext cx="3119693" cy="2840912"/>
          </a:xfrm>
          <a:prstGeom prst="rect">
            <a:avLst/>
          </a:prstGeom>
        </p:spPr>
      </p:pic>
      <p:sp>
        <p:nvSpPr>
          <p:cNvPr id="13" name="직사각형 12">
            <a:extLst>
              <a:ext uri="{FF2B5EF4-FFF2-40B4-BE49-F238E27FC236}">
                <a16:creationId xmlns:a16="http://schemas.microsoft.com/office/drawing/2014/main" id="{30A0C2DE-842B-4940-A003-837138999335}"/>
              </a:ext>
            </a:extLst>
          </p:cNvPr>
          <p:cNvSpPr/>
          <p:nvPr/>
        </p:nvSpPr>
        <p:spPr>
          <a:xfrm>
            <a:off x="2676566" y="5972270"/>
            <a:ext cx="886781" cy="369332"/>
          </a:xfrm>
          <a:prstGeom prst="rect">
            <a:avLst/>
          </a:prstGeom>
        </p:spPr>
        <p:txBody>
          <a:bodyPr wrap="none">
            <a:spAutoFit/>
          </a:bodyPr>
          <a:lstStyle/>
          <a:p>
            <a:r>
              <a:rPr lang="en-US" dirty="0"/>
              <a:t>UCINET</a:t>
            </a:r>
          </a:p>
        </p:txBody>
      </p:sp>
      <p:sp>
        <p:nvSpPr>
          <p:cNvPr id="22" name="직사각형 21">
            <a:extLst>
              <a:ext uri="{FF2B5EF4-FFF2-40B4-BE49-F238E27FC236}">
                <a16:creationId xmlns:a16="http://schemas.microsoft.com/office/drawing/2014/main" id="{74E11DA7-293A-4C3E-B15F-13BEFF000F2B}"/>
              </a:ext>
            </a:extLst>
          </p:cNvPr>
          <p:cNvSpPr/>
          <p:nvPr/>
        </p:nvSpPr>
        <p:spPr>
          <a:xfrm>
            <a:off x="8563751" y="5972270"/>
            <a:ext cx="683072" cy="369332"/>
          </a:xfrm>
          <a:prstGeom prst="rect">
            <a:avLst/>
          </a:prstGeom>
        </p:spPr>
        <p:txBody>
          <a:bodyPr wrap="none">
            <a:spAutoFit/>
          </a:bodyPr>
          <a:lstStyle/>
          <a:p>
            <a:r>
              <a:rPr lang="en-US" dirty="0" err="1"/>
              <a:t>Pajek</a:t>
            </a:r>
            <a:endParaRPr lang="en-US" dirty="0"/>
          </a:p>
        </p:txBody>
      </p:sp>
      <p:sp>
        <p:nvSpPr>
          <p:cNvPr id="24" name="직사각형 23">
            <a:extLst>
              <a:ext uri="{FF2B5EF4-FFF2-40B4-BE49-F238E27FC236}">
                <a16:creationId xmlns:a16="http://schemas.microsoft.com/office/drawing/2014/main" id="{DDA51FB7-C45C-4097-99DA-ECD9A3A9A06C}"/>
              </a:ext>
            </a:extLst>
          </p:cNvPr>
          <p:cNvSpPr/>
          <p:nvPr/>
        </p:nvSpPr>
        <p:spPr>
          <a:xfrm>
            <a:off x="838199" y="1350578"/>
            <a:ext cx="10810875" cy="1477328"/>
          </a:xfrm>
          <a:prstGeom prst="rect">
            <a:avLst/>
          </a:prstGeom>
        </p:spPr>
        <p:txBody>
          <a:bodyPr wrap="square">
            <a:spAutoFit/>
          </a:bodyPr>
          <a:lstStyle/>
          <a:p>
            <a:r>
              <a:rPr lang="en-US" dirty="0"/>
              <a:t>UCINET, </a:t>
            </a:r>
            <a:r>
              <a:rPr lang="en-US" dirty="0" err="1"/>
              <a:t>Pajek</a:t>
            </a:r>
            <a:r>
              <a:rPr lang="en-US" dirty="0"/>
              <a:t>, </a:t>
            </a:r>
            <a:r>
              <a:rPr lang="en-US" dirty="0" err="1"/>
              <a:t>NetMiner</a:t>
            </a:r>
            <a:r>
              <a:rPr lang="en-US" dirty="0"/>
              <a:t>, STRUCTURE, </a:t>
            </a:r>
            <a:r>
              <a:rPr lang="en-US" dirty="0" err="1"/>
              <a:t>MultiNet</a:t>
            </a:r>
            <a:r>
              <a:rPr lang="en-US" dirty="0"/>
              <a:t>, </a:t>
            </a:r>
            <a:r>
              <a:rPr lang="en-US" dirty="0" err="1"/>
              <a:t>StOCNET</a:t>
            </a:r>
            <a:r>
              <a:rPr lang="en-US" dirty="0"/>
              <a:t>, </a:t>
            </a:r>
            <a:r>
              <a:rPr lang="en-US" dirty="0" err="1"/>
              <a:t>Gephi</a:t>
            </a:r>
            <a:r>
              <a:rPr lang="en-US" dirty="0"/>
              <a:t> – became widely available for routines network data analysis. These software enables visualization of complex network graph and calculation of statistical measurements. </a:t>
            </a:r>
          </a:p>
          <a:p>
            <a:endParaRPr lang="en-US" dirty="0"/>
          </a:p>
          <a:p>
            <a:r>
              <a:rPr lang="en-US" dirty="0"/>
              <a:t>In this course, we will mainly use </a:t>
            </a:r>
            <a:r>
              <a:rPr lang="en-US" dirty="0" err="1"/>
              <a:t>Gephi</a:t>
            </a:r>
            <a:endParaRPr lang="en-US" dirty="0"/>
          </a:p>
        </p:txBody>
      </p:sp>
    </p:spTree>
    <p:extLst>
      <p:ext uri="{BB962C8B-B14F-4D97-AF65-F5344CB8AC3E}">
        <p14:creationId xmlns:p14="http://schemas.microsoft.com/office/powerpoint/2010/main" val="2941729029"/>
      </p:ext>
    </p:extLst>
  </p:cSld>
  <p:clrMapOvr>
    <a:masterClrMapping/>
  </p:clrMapOvr>
</p:sld>
</file>

<file path=ppt/theme/theme1.xml><?xml version="1.0" encoding="utf-8"?>
<a:theme xmlns:a="http://schemas.openxmlformats.org/drawingml/2006/main" name="HDOfficeLightV0">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TM02892315[[fn=줄기]]</Template>
  <TotalTime>4343</TotalTime>
  <Words>1308</Words>
  <Application>Microsoft Office PowerPoint</Application>
  <PresentationFormat>와이드스크린</PresentationFormat>
  <Paragraphs>112</Paragraphs>
  <Slides>17</Slides>
  <Notes>0</Notes>
  <HiddenSlides>0</HiddenSlides>
  <MMClips>0</MMClips>
  <ScaleCrop>false</ScaleCrop>
  <HeadingPairs>
    <vt:vector size="6" baseType="variant">
      <vt:variant>
        <vt:lpstr>사용한 글꼴</vt:lpstr>
      </vt:variant>
      <vt:variant>
        <vt:i4>5</vt:i4>
      </vt:variant>
      <vt:variant>
        <vt:lpstr>테마</vt:lpstr>
      </vt:variant>
      <vt:variant>
        <vt:i4>2</vt:i4>
      </vt:variant>
      <vt:variant>
        <vt:lpstr>슬라이드 제목</vt:lpstr>
      </vt:variant>
      <vt:variant>
        <vt:i4>17</vt:i4>
      </vt:variant>
    </vt:vector>
  </HeadingPairs>
  <TitlesOfParts>
    <vt:vector size="24" baseType="lpstr">
      <vt:lpstr>맑은 고딕</vt:lpstr>
      <vt:lpstr>Arial</vt:lpstr>
      <vt:lpstr>Calibri</vt:lpstr>
      <vt:lpstr>Calibri Light</vt:lpstr>
      <vt:lpstr>Wingdings 2</vt:lpstr>
      <vt:lpstr>HDOfficeLightV0</vt:lpstr>
      <vt:lpstr>Office 테마</vt:lpstr>
      <vt:lpstr>Social Network Analysis</vt:lpstr>
      <vt:lpstr>Six Degrees of Separation</vt:lpstr>
      <vt:lpstr>Social Network Analysis</vt:lpstr>
      <vt:lpstr>Development of Social Network Analysis</vt:lpstr>
      <vt:lpstr>Development of Social Network Analysis</vt:lpstr>
      <vt:lpstr>Development of Social Network Analysis</vt:lpstr>
      <vt:lpstr>Development of Social Network Analysis</vt:lpstr>
      <vt:lpstr>Central ideas and applications of SNA</vt:lpstr>
      <vt:lpstr>Central ideas and applications of SNA</vt:lpstr>
      <vt:lpstr>Central ideas and applications of SNA</vt:lpstr>
      <vt:lpstr>Enter the physicists</vt:lpstr>
      <vt:lpstr>Areas of advance </vt:lpstr>
      <vt:lpstr>Areas of advance – Statistical Significance Tests </vt:lpstr>
      <vt:lpstr>Areas of advance – ABM Modeling </vt:lpstr>
      <vt:lpstr>Areas of advance – Visualization</vt:lpstr>
      <vt:lpstr>   Areas of advance – Explorations into the cultural context of social network models</vt:lpstr>
      <vt:lpstr>Software used for SNA</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프레젠테이션</dc:title>
  <dc:creator>agdal1125@gmail.com</dc:creator>
  <cp:lastModifiedBy>agdal1125@gmail.com</cp:lastModifiedBy>
  <cp:revision>109</cp:revision>
  <dcterms:created xsi:type="dcterms:W3CDTF">2018-01-23T16:32:33Z</dcterms:created>
  <dcterms:modified xsi:type="dcterms:W3CDTF">2018-02-14T03:13:47Z</dcterms:modified>
</cp:coreProperties>
</file>